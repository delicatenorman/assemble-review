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ppt/theme/themeOverride42.xml" ContentType="application/vnd.openxmlformats-officedocument.themeOverride+xml"/>
  <Override PartName="/ppt/theme/themeOverride43.xml" ContentType="application/vnd.openxmlformats-officedocument.themeOverride+xml"/>
  <Override PartName="/ppt/theme/themeOverride44.xml" ContentType="application/vnd.openxmlformats-officedocument.themeOverride+xml"/>
  <Override PartName="/ppt/theme/themeOverride45.xml" ContentType="application/vnd.openxmlformats-officedocument.themeOverride+xml"/>
  <Override PartName="/ppt/theme/themeOverride46.xml" ContentType="application/vnd.openxmlformats-officedocument.themeOverride+xml"/>
  <Override PartName="/ppt/theme/themeOverride47.xml" ContentType="application/vnd.openxmlformats-officedocument.themeOverride+xml"/>
  <Override PartName="/ppt/theme/themeOverride48.xml" ContentType="application/vnd.openxmlformats-officedocument.themeOverride+xml"/>
  <Override PartName="/ppt/theme/themeOverride49.xml" ContentType="application/vnd.openxmlformats-officedocument.themeOverride+xml"/>
  <Override PartName="/ppt/theme/themeOverride5.xml" ContentType="application/vnd.openxmlformats-officedocument.themeOverride+xml"/>
  <Override PartName="/ppt/theme/themeOverride50.xml" ContentType="application/vnd.openxmlformats-officedocument.themeOverride+xml"/>
  <Override PartName="/ppt/theme/themeOverride51.xml" ContentType="application/vnd.openxmlformats-officedocument.themeOverride+xml"/>
  <Override PartName="/ppt/theme/themeOverride52.xml" ContentType="application/vnd.openxmlformats-officedocument.themeOverride+xml"/>
  <Override PartName="/ppt/theme/themeOverride53.xml" ContentType="application/vnd.openxmlformats-officedocument.themeOverride+xml"/>
  <Override PartName="/ppt/theme/themeOverride54.xml" ContentType="application/vnd.openxmlformats-officedocument.themeOverride+xml"/>
  <Override PartName="/ppt/theme/themeOverride55.xml" ContentType="application/vnd.openxmlformats-officedocument.themeOverride+xml"/>
  <Override PartName="/ppt/theme/themeOverride56.xml" ContentType="application/vnd.openxmlformats-officedocument.themeOverride+xml"/>
  <Override PartName="/ppt/theme/themeOverride57.xml" ContentType="application/vnd.openxmlformats-officedocument.themeOverride+xml"/>
  <Override PartName="/ppt/theme/themeOverride58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1"/>
  </p:notesMasterIdLst>
  <p:sldIdLst>
    <p:sldId id="256" r:id="rId3"/>
    <p:sldId id="258" r:id="rId4"/>
    <p:sldId id="264" r:id="rId5"/>
    <p:sldId id="472" r:id="rId6"/>
    <p:sldId id="475" r:id="rId7"/>
    <p:sldId id="476" r:id="rId8"/>
    <p:sldId id="477" r:id="rId9"/>
    <p:sldId id="440" r:id="rId10"/>
    <p:sldId id="441" r:id="rId11"/>
    <p:sldId id="478" r:id="rId12"/>
    <p:sldId id="443" r:id="rId13"/>
    <p:sldId id="457" r:id="rId14"/>
    <p:sldId id="479" r:id="rId15"/>
    <p:sldId id="480" r:id="rId16"/>
    <p:sldId id="481" r:id="rId17"/>
    <p:sldId id="482" r:id="rId18"/>
    <p:sldId id="483" r:id="rId19"/>
    <p:sldId id="485" r:id="rId20"/>
    <p:sldId id="486" r:id="rId21"/>
    <p:sldId id="484" r:id="rId22"/>
    <p:sldId id="487" r:id="rId23"/>
    <p:sldId id="488" r:id="rId24"/>
    <p:sldId id="489" r:id="rId25"/>
    <p:sldId id="490" r:id="rId26"/>
    <p:sldId id="491" r:id="rId27"/>
    <p:sldId id="493" r:id="rId28"/>
    <p:sldId id="492" r:id="rId29"/>
    <p:sldId id="494" r:id="rId30"/>
    <p:sldId id="539" r:id="rId31"/>
    <p:sldId id="540" r:id="rId32"/>
    <p:sldId id="541" r:id="rId33"/>
    <p:sldId id="542" r:id="rId34"/>
    <p:sldId id="543" r:id="rId35"/>
    <p:sldId id="495" r:id="rId36"/>
    <p:sldId id="545" r:id="rId37"/>
    <p:sldId id="544" r:id="rId38"/>
    <p:sldId id="546" r:id="rId39"/>
    <p:sldId id="548" r:id="rId40"/>
    <p:sldId id="547" r:id="rId41"/>
    <p:sldId id="549" r:id="rId42"/>
    <p:sldId id="550" r:id="rId43"/>
    <p:sldId id="551" r:id="rId44"/>
    <p:sldId id="552" r:id="rId45"/>
    <p:sldId id="553" r:id="rId46"/>
    <p:sldId id="555" r:id="rId47"/>
    <p:sldId id="554" r:id="rId48"/>
    <p:sldId id="557" r:id="rId49"/>
    <p:sldId id="556" r:id="rId50"/>
    <p:sldId id="558" r:id="rId51"/>
    <p:sldId id="559" r:id="rId52"/>
    <p:sldId id="560" r:id="rId53"/>
    <p:sldId id="563" r:id="rId54"/>
    <p:sldId id="564" r:id="rId55"/>
    <p:sldId id="565" r:id="rId56"/>
    <p:sldId id="566" r:id="rId57"/>
    <p:sldId id="567" r:id="rId58"/>
    <p:sldId id="569" r:id="rId59"/>
    <p:sldId id="568" r:id="rId60"/>
    <p:sldId id="570" r:id="rId61"/>
    <p:sldId id="571" r:id="rId62"/>
    <p:sldId id="397" r:id="rId63"/>
    <p:sldId id="572" r:id="rId64"/>
    <p:sldId id="573" r:id="rId65"/>
    <p:sldId id="575" r:id="rId66"/>
    <p:sldId id="574" r:id="rId67"/>
    <p:sldId id="576" r:id="rId68"/>
    <p:sldId id="578" r:id="rId69"/>
    <p:sldId id="577" r:id="rId70"/>
  </p:sldIdLst>
  <p:sldSz cx="12192000" cy="6858000"/>
  <p:notesSz cx="6858000" cy="9144000"/>
  <p:custDataLst>
    <p:tags r:id="rId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5" Type="http://schemas.openxmlformats.org/officeDocument/2006/relationships/tags" Target="tags/tag993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notesMaster" Target="notesMasters/notesMaster1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image" Target="../media/image4.png"/><Relationship Id="rId4" Type="http://schemas.openxmlformats.org/officeDocument/2006/relationships/tags" Target="../tags/tag20.xml"/><Relationship Id="rId3" Type="http://schemas.openxmlformats.org/officeDocument/2006/relationships/image" Target="../media/image3.jpeg"/><Relationship Id="rId2" Type="http://schemas.openxmlformats.org/officeDocument/2006/relationships/tags" Target="../tags/tag19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image" Target="../media/image5.jpeg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image" Target="../media/image2.png"/><Relationship Id="rId4" Type="http://schemas.openxmlformats.org/officeDocument/2006/relationships/tags" Target="../tags/tag85.xml"/><Relationship Id="rId3" Type="http://schemas.openxmlformats.org/officeDocument/2006/relationships/image" Target="../media/image6.jpeg"/><Relationship Id="rId2" Type="http://schemas.openxmlformats.org/officeDocument/2006/relationships/tags" Target="../tags/tag84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0" Type="http://schemas.openxmlformats.org/officeDocument/2006/relationships/tags" Target="../tags/tag108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128" y="225147"/>
            <a:ext cx="11715744" cy="6407706"/>
          </a:xfrm>
          <a:prstGeom prst="rect">
            <a:avLst/>
          </a:prstGeom>
        </p:spPr>
      </p:pic>
      <p:pic>
        <p:nvPicPr>
          <p:cNvPr id="4" name="图片 3" descr="图片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23875" y="226060"/>
            <a:ext cx="11250930" cy="6407785"/>
          </a:xfrm>
          <a:prstGeom prst="rect">
            <a:avLst/>
          </a:prstGeom>
        </p:spPr>
      </p:pic>
      <p:sp>
        <p:nvSpPr>
          <p:cNvPr id="33" name="矩形 32"/>
          <p:cNvSpPr/>
          <p:nvPr userDrawn="1">
            <p:custDataLst>
              <p:tags r:id="rId6"/>
            </p:custDataLst>
          </p:nvPr>
        </p:nvSpPr>
        <p:spPr>
          <a:xfrm>
            <a:off x="1" y="1827072"/>
            <a:ext cx="6896964" cy="3203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 userDrawn="1">
            <p:custDataLst>
              <p:tags r:id="rId7"/>
            </p:custDataLst>
          </p:nvPr>
        </p:nvSpPr>
        <p:spPr>
          <a:xfrm rot="5400000">
            <a:off x="-86360" y="3482975"/>
            <a:ext cx="1092835" cy="1276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 userDrawn="1">
            <p:custDataLst>
              <p:tags r:id="rId8"/>
            </p:custDataLst>
          </p:nvPr>
        </p:nvSpPr>
        <p:spPr>
          <a:xfrm rot="5400000">
            <a:off x="9021503" y="5184527"/>
            <a:ext cx="2720482" cy="6463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611826" y="3740964"/>
            <a:ext cx="6173799" cy="743950"/>
          </a:xfrm>
        </p:spPr>
        <p:txBody>
          <a:bodyPr lIns="90000" tIns="0" rIns="90000" bIns="468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611826" y="2760430"/>
            <a:ext cx="6189584" cy="899167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4800" spc="600" baseline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 flipH="1">
            <a:off x="11522119" y="5919938"/>
            <a:ext cx="613410" cy="859790"/>
            <a:chOff x="452" y="4729"/>
            <a:chExt cx="966" cy="1354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>
              <p:custDataLst>
                <p:tags r:id="rId4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图片 20" descr="图片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5885" y="0"/>
            <a:ext cx="12000865" cy="6859905"/>
          </a:xfrm>
          <a:prstGeom prst="rect">
            <a:avLst/>
          </a:prstGeom>
        </p:spPr>
      </p:pic>
      <p:sp>
        <p:nvSpPr>
          <p:cNvPr id="23" name="矩形 22"/>
          <p:cNvSpPr/>
          <p:nvPr userDrawn="1">
            <p:custDataLst>
              <p:tags r:id="rId6"/>
            </p:custDataLst>
          </p:nvPr>
        </p:nvSpPr>
        <p:spPr>
          <a:xfrm>
            <a:off x="500744" y="1022525"/>
            <a:ext cx="6896964" cy="3203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1151253" y="3318164"/>
            <a:ext cx="5322114" cy="746052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151253" y="2600129"/>
            <a:ext cx="5322114" cy="674492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3600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>
            <p:custDataLst>
              <p:tags r:id="rId12"/>
            </p:custDataLst>
          </p:nvPr>
        </p:nvCxnSpPr>
        <p:spPr>
          <a:xfrm>
            <a:off x="3458010" y="2543370"/>
            <a:ext cx="65799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 flipH="1">
            <a:off x="11522119" y="5919938"/>
            <a:ext cx="613410" cy="859790"/>
            <a:chOff x="452" y="4729"/>
            <a:chExt cx="966" cy="1354"/>
          </a:xfrm>
        </p:grpSpPr>
        <p:sp>
          <p:nvSpPr>
            <p:cNvPr id="9" name="矩形 8"/>
            <p:cNvSpPr/>
            <p:nvPr userDrawn="1">
              <p:custDataLst>
                <p:tags r:id="rId3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 userDrawn="1">
              <p:custDataLst>
                <p:tags r:id="rId4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 flipH="1">
            <a:off x="11522119" y="5919938"/>
            <a:ext cx="613410" cy="859790"/>
            <a:chOff x="452" y="4729"/>
            <a:chExt cx="966" cy="1354"/>
          </a:xfrm>
        </p:grpSpPr>
        <p:sp>
          <p:nvSpPr>
            <p:cNvPr id="11" name="矩形 10"/>
            <p:cNvSpPr/>
            <p:nvPr userDrawn="1">
              <p:custDataLst>
                <p:tags r:id="rId3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>
              <p:custDataLst>
                <p:tags r:id="rId4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0" y="225144"/>
            <a:ext cx="12192000" cy="1781456"/>
            <a:chOff x="0" y="225144"/>
            <a:chExt cx="12192000" cy="1781456"/>
          </a:xfrm>
        </p:grpSpPr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225146"/>
              <a:ext cx="12192000" cy="1601927"/>
            </a:xfrm>
            <a:prstGeom prst="rect">
              <a:avLst/>
            </a:prstGeom>
          </p:spPr>
        </p:pic>
        <p:sp>
          <p:nvSpPr>
            <p:cNvPr id="8" name="矩形 7"/>
            <p:cNvSpPr/>
            <p:nvPr userDrawn="1">
              <p:custDataLst>
                <p:tags r:id="rId5"/>
              </p:custDataLst>
            </p:nvPr>
          </p:nvSpPr>
          <p:spPr>
            <a:xfrm>
              <a:off x="489256" y="225147"/>
              <a:ext cx="1601927" cy="1601927"/>
            </a:xfrm>
            <a:prstGeom prst="rect">
              <a:avLst/>
            </a:prstGeom>
            <a:solidFill>
              <a:schemeClr val="accent3">
                <a:alpha val="5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>
              <p:custDataLst>
                <p:tags r:id="rId6"/>
              </p:custDataLst>
            </p:nvPr>
          </p:nvSpPr>
          <p:spPr>
            <a:xfrm>
              <a:off x="10100818" y="225147"/>
              <a:ext cx="1601927" cy="1601927"/>
            </a:xfrm>
            <a:prstGeom prst="rect">
              <a:avLst/>
            </a:prstGeom>
            <a:solidFill>
              <a:schemeClr val="accent3">
                <a:alpha val="5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 userDrawn="1">
              <p:custDataLst>
                <p:tags r:id="rId7"/>
              </p:custDataLst>
            </p:nvPr>
          </p:nvSpPr>
          <p:spPr>
            <a:xfrm>
              <a:off x="3878552" y="225144"/>
              <a:ext cx="4434889" cy="1781456"/>
            </a:xfrm>
            <a:prstGeom prst="rect">
              <a:avLst/>
            </a:prstGeom>
            <a:solidFill>
              <a:schemeClr val="accent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 flipH="1">
            <a:off x="11522119" y="5919938"/>
            <a:ext cx="613410" cy="859790"/>
            <a:chOff x="452" y="4729"/>
            <a:chExt cx="966" cy="1354"/>
          </a:xfrm>
        </p:grpSpPr>
        <p:sp>
          <p:nvSpPr>
            <p:cNvPr id="9" name="矩形 8"/>
            <p:cNvSpPr/>
            <p:nvPr userDrawn="1">
              <p:custDataLst>
                <p:tags r:id="rId3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 userDrawn="1">
              <p:custDataLst>
                <p:tags r:id="rId4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7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 flipH="1">
            <a:off x="11522119" y="5919938"/>
            <a:ext cx="613410" cy="859790"/>
            <a:chOff x="452" y="4729"/>
            <a:chExt cx="966" cy="1354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>
              <p:custDataLst>
                <p:tags r:id="rId4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5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6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 flipH="1">
            <a:off x="11522119" y="5919938"/>
            <a:ext cx="613410" cy="859790"/>
            <a:chOff x="452" y="4729"/>
            <a:chExt cx="966" cy="1354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>
              <p:custDataLst>
                <p:tags r:id="rId4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55" y="399312"/>
            <a:ext cx="11187034" cy="5903519"/>
          </a:xfrm>
          <a:prstGeom prst="rect">
            <a:avLst/>
          </a:prstGeom>
        </p:spPr>
      </p:pic>
      <p:pic>
        <p:nvPicPr>
          <p:cNvPr id="27" name="图片 26" descr="图片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1805" y="235585"/>
            <a:ext cx="11276965" cy="6361430"/>
          </a:xfrm>
          <a:prstGeom prst="rect">
            <a:avLst/>
          </a:prstGeom>
        </p:spPr>
      </p:pic>
      <p:sp>
        <p:nvSpPr>
          <p:cNvPr id="29" name="矩形 28"/>
          <p:cNvSpPr/>
          <p:nvPr userDrawn="1">
            <p:custDataLst>
              <p:tags r:id="rId6"/>
            </p:custDataLst>
          </p:nvPr>
        </p:nvSpPr>
        <p:spPr>
          <a:xfrm>
            <a:off x="2647518" y="1827073"/>
            <a:ext cx="6896964" cy="3203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2852057" y="2469777"/>
            <a:ext cx="6487886" cy="959222"/>
          </a:xfrm>
        </p:spPr>
        <p:txBody>
          <a:bodyPr vert="horz" lIns="90000" tIns="46800" rIns="900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1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2852057" y="3650167"/>
            <a:ext cx="6487886" cy="597610"/>
          </a:xfrm>
        </p:spPr>
        <p:txBody>
          <a:bodyPr lIns="90000" rIns="90000" bIns="46800">
            <a:normAutofit/>
          </a:bodyPr>
          <a:lstStyle>
            <a:lvl1pPr marL="0" indent="0" algn="ctr">
              <a:buNone/>
              <a:defRPr sz="2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cxnSp>
        <p:nvCxnSpPr>
          <p:cNvPr id="34" name="直接连接符 33"/>
          <p:cNvCxnSpPr/>
          <p:nvPr userDrawn="1">
            <p:custDataLst>
              <p:tags r:id="rId12"/>
            </p:custDataLst>
          </p:nvPr>
        </p:nvCxnSpPr>
        <p:spPr>
          <a:xfrm>
            <a:off x="5767005" y="3562260"/>
            <a:ext cx="65799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flipH="1">
            <a:off x="11522119" y="5919938"/>
            <a:ext cx="613410" cy="859790"/>
            <a:chOff x="452" y="4729"/>
            <a:chExt cx="966" cy="1354"/>
          </a:xfrm>
        </p:grpSpPr>
        <p:sp>
          <p:nvSpPr>
            <p:cNvPr id="12" name="矩形 11"/>
            <p:cNvSpPr/>
            <p:nvPr userDrawn="1">
              <p:custDataLst>
                <p:tags r:id="rId3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>
              <p:custDataLst>
                <p:tags r:id="rId4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flipH="1">
            <a:off x="11233785" y="5608955"/>
            <a:ext cx="613410" cy="859790"/>
            <a:chOff x="452" y="4729"/>
            <a:chExt cx="966" cy="1354"/>
          </a:xfrm>
        </p:grpSpPr>
        <p:sp>
          <p:nvSpPr>
            <p:cNvPr id="12" name="矩形 11"/>
            <p:cNvSpPr/>
            <p:nvPr userDrawn="1">
              <p:custDataLst>
                <p:tags r:id="rId4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>
              <p:custDataLst>
                <p:tags r:id="rId5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>
            <a:off x="141225" y="5857200"/>
            <a:ext cx="613410" cy="859790"/>
            <a:chOff x="452" y="4729"/>
            <a:chExt cx="966" cy="1354"/>
          </a:xfrm>
        </p:grpSpPr>
        <p:sp>
          <p:nvSpPr>
            <p:cNvPr id="12" name="矩形 11"/>
            <p:cNvSpPr/>
            <p:nvPr userDrawn="1">
              <p:custDataLst>
                <p:tags r:id="rId4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>
              <p:custDataLst>
                <p:tags r:id="rId5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6" name="组合 5"/>
          <p:cNvGrpSpPr/>
          <p:nvPr userDrawn="1">
            <p:custDataLst>
              <p:tags r:id="rId3"/>
            </p:custDataLst>
          </p:nvPr>
        </p:nvGrpSpPr>
        <p:grpSpPr>
          <a:xfrm>
            <a:off x="138975" y="99305"/>
            <a:ext cx="613410" cy="859790"/>
            <a:chOff x="452" y="4729"/>
            <a:chExt cx="966" cy="1354"/>
          </a:xfrm>
        </p:grpSpPr>
        <p:sp>
          <p:nvSpPr>
            <p:cNvPr id="8" name="矩形 7"/>
            <p:cNvSpPr/>
            <p:nvPr userDrawn="1">
              <p:custDataLst>
                <p:tags r:id="rId4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 userDrawn="1">
              <p:custDataLst>
                <p:tags r:id="rId5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57785" y="105410"/>
            <a:ext cx="483235" cy="618490"/>
            <a:chOff x="452" y="4729"/>
            <a:chExt cx="966" cy="1354"/>
          </a:xfrm>
        </p:grpSpPr>
        <p:sp>
          <p:nvSpPr>
            <p:cNvPr id="10" name="矩形 9"/>
            <p:cNvSpPr/>
            <p:nvPr userDrawn="1">
              <p:custDataLst>
                <p:tags r:id="rId3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 userDrawn="1">
              <p:custDataLst>
                <p:tags r:id="rId4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 userDrawn="1">
            <p:custDataLst>
              <p:tags r:id="rId5"/>
            </p:custDataLst>
          </p:nvPr>
        </p:nvGrpSpPr>
        <p:grpSpPr>
          <a:xfrm flipH="1">
            <a:off x="11621770" y="105410"/>
            <a:ext cx="483235" cy="618490"/>
            <a:chOff x="452" y="4729"/>
            <a:chExt cx="966" cy="1354"/>
          </a:xfrm>
        </p:grpSpPr>
        <p:sp>
          <p:nvSpPr>
            <p:cNvPr id="13" name="矩形 12"/>
            <p:cNvSpPr/>
            <p:nvPr userDrawn="1">
              <p:custDataLst>
                <p:tags r:id="rId6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>
              <p:custDataLst>
                <p:tags r:id="rId7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6" name="组合 5"/>
          <p:cNvGrpSpPr/>
          <p:nvPr userDrawn="1">
            <p:custDataLst>
              <p:tags r:id="rId3"/>
            </p:custDataLst>
          </p:nvPr>
        </p:nvGrpSpPr>
        <p:grpSpPr>
          <a:xfrm flipH="1">
            <a:off x="11659314" y="134734"/>
            <a:ext cx="388620" cy="544830"/>
            <a:chOff x="452" y="4729"/>
            <a:chExt cx="966" cy="1354"/>
          </a:xfrm>
        </p:grpSpPr>
        <p:sp>
          <p:nvSpPr>
            <p:cNvPr id="12" name="矩形 11"/>
            <p:cNvSpPr/>
            <p:nvPr userDrawn="1">
              <p:custDataLst>
                <p:tags r:id="rId4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>
              <p:custDataLst>
                <p:tags r:id="rId5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3"/>
            </p:custDataLst>
          </p:nvPr>
        </p:nvGrpSpPr>
        <p:grpSpPr>
          <a:xfrm>
            <a:off x="0" y="2994025"/>
            <a:ext cx="658495" cy="859790"/>
            <a:chOff x="452" y="4729"/>
            <a:chExt cx="966" cy="1354"/>
          </a:xfrm>
        </p:grpSpPr>
        <p:sp>
          <p:nvSpPr>
            <p:cNvPr id="6" name="矩形 5"/>
            <p:cNvSpPr/>
            <p:nvPr userDrawn="1">
              <p:custDataLst>
                <p:tags r:id="rId4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>
              <p:custDataLst>
                <p:tags r:id="rId5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 userDrawn="1">
            <p:custDataLst>
              <p:tags r:id="rId6"/>
            </p:custDataLst>
          </p:nvPr>
        </p:nvGrpSpPr>
        <p:grpSpPr>
          <a:xfrm flipH="1">
            <a:off x="11533505" y="3013075"/>
            <a:ext cx="658495" cy="859790"/>
            <a:chOff x="452" y="4729"/>
            <a:chExt cx="966" cy="1354"/>
          </a:xfrm>
        </p:grpSpPr>
        <p:sp>
          <p:nvSpPr>
            <p:cNvPr id="12" name="矩形 11"/>
            <p:cNvSpPr/>
            <p:nvPr userDrawn="1">
              <p:custDataLst>
                <p:tags r:id="rId7"/>
              </p:custDataLst>
            </p:nvPr>
          </p:nvSpPr>
          <p:spPr>
            <a:xfrm>
              <a:off x="774" y="4729"/>
              <a:ext cx="645" cy="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>
              <p:custDataLst>
                <p:tags r:id="rId8"/>
              </p:custDataLst>
            </p:nvPr>
          </p:nvSpPr>
          <p:spPr>
            <a:xfrm>
              <a:off x="452" y="5761"/>
              <a:ext cx="322" cy="3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171.xml"/><Relationship Id="rId23" Type="http://schemas.openxmlformats.org/officeDocument/2006/relationships/tags" Target="../tags/tag170.xml"/><Relationship Id="rId22" Type="http://schemas.openxmlformats.org/officeDocument/2006/relationships/tags" Target="../tags/tag169.xml"/><Relationship Id="rId21" Type="http://schemas.openxmlformats.org/officeDocument/2006/relationships/tags" Target="../tags/tag168.xml"/><Relationship Id="rId20" Type="http://schemas.openxmlformats.org/officeDocument/2006/relationships/tags" Target="../tags/tag16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66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4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91.xml"/><Relationship Id="rId12" Type="http://schemas.openxmlformats.org/officeDocument/2006/relationships/tags" Target="../tags/tag190.xml"/><Relationship Id="rId11" Type="http://schemas.openxmlformats.org/officeDocument/2006/relationships/tags" Target="../tags/tag189.xml"/><Relationship Id="rId10" Type="http://schemas.openxmlformats.org/officeDocument/2006/relationships/tags" Target="../tags/tag188.xml"/><Relationship Id="rId1" Type="http://schemas.openxmlformats.org/officeDocument/2006/relationships/tags" Target="../tags/tag17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tags" Target="../tags/tag19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219.xml"/><Relationship Id="rId12" Type="http://schemas.openxmlformats.org/officeDocument/2006/relationships/tags" Target="../tags/tag218.xml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tags" Target="../tags/tag20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232.xml"/><Relationship Id="rId14" Type="http://schemas.openxmlformats.org/officeDocument/2006/relationships/image" Target="../media/image8.png"/><Relationship Id="rId13" Type="http://schemas.openxmlformats.org/officeDocument/2006/relationships/image" Target="../media/image7.png"/><Relationship Id="rId12" Type="http://schemas.openxmlformats.org/officeDocument/2006/relationships/tags" Target="../tags/tag231.xml"/><Relationship Id="rId11" Type="http://schemas.openxmlformats.org/officeDocument/2006/relationships/tags" Target="../tags/tag230.xml"/><Relationship Id="rId10" Type="http://schemas.openxmlformats.org/officeDocument/2006/relationships/tags" Target="../tags/tag229.xml"/><Relationship Id="rId1" Type="http://schemas.openxmlformats.org/officeDocument/2006/relationships/tags" Target="../tags/tag2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34.xml"/><Relationship Id="rId1" Type="http://schemas.openxmlformats.org/officeDocument/2006/relationships/tags" Target="../tags/tag23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tags" Target="../tags/tag241.xml"/><Relationship Id="rId7" Type="http://schemas.openxmlformats.org/officeDocument/2006/relationships/tags" Target="../tags/tag240.xml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1.xml"/><Relationship Id="rId14" Type="http://schemas.openxmlformats.org/officeDocument/2006/relationships/tags" Target="../tags/tag247.xml"/><Relationship Id="rId13" Type="http://schemas.openxmlformats.org/officeDocument/2006/relationships/tags" Target="../tags/tag246.xml"/><Relationship Id="rId12" Type="http://schemas.openxmlformats.org/officeDocument/2006/relationships/tags" Target="../tags/tag245.xml"/><Relationship Id="rId11" Type="http://schemas.openxmlformats.org/officeDocument/2006/relationships/tags" Target="../tags/tag244.xml"/><Relationship Id="rId10" Type="http://schemas.openxmlformats.org/officeDocument/2006/relationships/tags" Target="../tags/tag243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tags" Target="../tags/tag255.xml"/><Relationship Id="rId7" Type="http://schemas.openxmlformats.org/officeDocument/2006/relationships/tags" Target="../tags/tag254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2.xml"/><Relationship Id="rId13" Type="http://schemas.openxmlformats.org/officeDocument/2006/relationships/tags" Target="../tags/tag260.xml"/><Relationship Id="rId12" Type="http://schemas.openxmlformats.org/officeDocument/2006/relationships/tags" Target="../tags/tag259.xml"/><Relationship Id="rId11" Type="http://schemas.openxmlformats.org/officeDocument/2006/relationships/tags" Target="../tags/tag258.xml"/><Relationship Id="rId10" Type="http://schemas.openxmlformats.org/officeDocument/2006/relationships/tags" Target="../tags/tag257.xml"/><Relationship Id="rId1" Type="http://schemas.openxmlformats.org/officeDocument/2006/relationships/tags" Target="../tags/tag24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3.xml"/><Relationship Id="rId14" Type="http://schemas.openxmlformats.org/officeDocument/2006/relationships/tags" Target="../tags/tag273.xml"/><Relationship Id="rId13" Type="http://schemas.openxmlformats.org/officeDocument/2006/relationships/image" Target="../media/image10.png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tags" Target="../tags/tag281.xml"/><Relationship Id="rId7" Type="http://schemas.openxmlformats.org/officeDocument/2006/relationships/tags" Target="../tags/tag280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4.xml"/><Relationship Id="rId13" Type="http://schemas.openxmlformats.org/officeDocument/2006/relationships/tags" Target="../tags/tag286.xml"/><Relationship Id="rId12" Type="http://schemas.openxmlformats.org/officeDocument/2006/relationships/tags" Target="../tags/tag285.xml"/><Relationship Id="rId11" Type="http://schemas.openxmlformats.org/officeDocument/2006/relationships/tags" Target="../tags/tag284.xml"/><Relationship Id="rId10" Type="http://schemas.openxmlformats.org/officeDocument/2006/relationships/tags" Target="../tags/tag283.xml"/><Relationship Id="rId1" Type="http://schemas.openxmlformats.org/officeDocument/2006/relationships/tags" Target="../tags/tag27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tags" Target="../tags/tag294.xml"/><Relationship Id="rId7" Type="http://schemas.openxmlformats.org/officeDocument/2006/relationships/tags" Target="../tags/tag293.xml"/><Relationship Id="rId6" Type="http://schemas.openxmlformats.org/officeDocument/2006/relationships/tags" Target="../tags/tag292.xml"/><Relationship Id="rId5" Type="http://schemas.openxmlformats.org/officeDocument/2006/relationships/tags" Target="../tags/tag291.xml"/><Relationship Id="rId4" Type="http://schemas.openxmlformats.org/officeDocument/2006/relationships/tags" Target="../tags/tag290.xml"/><Relationship Id="rId3" Type="http://schemas.openxmlformats.org/officeDocument/2006/relationships/tags" Target="../tags/tag289.xml"/><Relationship Id="rId2" Type="http://schemas.openxmlformats.org/officeDocument/2006/relationships/tags" Target="../tags/tag288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5.xml"/><Relationship Id="rId14" Type="http://schemas.openxmlformats.org/officeDocument/2006/relationships/tags" Target="../tags/tag299.xml"/><Relationship Id="rId13" Type="http://schemas.openxmlformats.org/officeDocument/2006/relationships/image" Target="../media/image11.png"/><Relationship Id="rId12" Type="http://schemas.openxmlformats.org/officeDocument/2006/relationships/tags" Target="../tags/tag298.xml"/><Relationship Id="rId11" Type="http://schemas.openxmlformats.org/officeDocument/2006/relationships/tags" Target="../tags/tag297.xml"/><Relationship Id="rId10" Type="http://schemas.openxmlformats.org/officeDocument/2006/relationships/tags" Target="../tags/tag296.xml"/><Relationship Id="rId1" Type="http://schemas.openxmlformats.org/officeDocument/2006/relationships/tags" Target="../tags/tag28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08.xml"/><Relationship Id="rId8" Type="http://schemas.openxmlformats.org/officeDocument/2006/relationships/tags" Target="../tags/tag307.xml"/><Relationship Id="rId7" Type="http://schemas.openxmlformats.org/officeDocument/2006/relationships/tags" Target="../tags/tag306.xml"/><Relationship Id="rId6" Type="http://schemas.openxmlformats.org/officeDocument/2006/relationships/tags" Target="../tags/tag305.xml"/><Relationship Id="rId5" Type="http://schemas.openxmlformats.org/officeDocument/2006/relationships/tags" Target="../tags/tag304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6.xml"/><Relationship Id="rId14" Type="http://schemas.openxmlformats.org/officeDocument/2006/relationships/tags" Target="../tags/tag312.xml"/><Relationship Id="rId13" Type="http://schemas.openxmlformats.org/officeDocument/2006/relationships/image" Target="../media/image12.png"/><Relationship Id="rId12" Type="http://schemas.openxmlformats.org/officeDocument/2006/relationships/tags" Target="../tags/tag311.xml"/><Relationship Id="rId11" Type="http://schemas.openxmlformats.org/officeDocument/2006/relationships/tags" Target="../tags/tag310.xml"/><Relationship Id="rId10" Type="http://schemas.openxmlformats.org/officeDocument/2006/relationships/tags" Target="../tags/tag309.xml"/><Relationship Id="rId1" Type="http://schemas.openxmlformats.org/officeDocument/2006/relationships/tags" Target="../tags/tag30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21.xml"/><Relationship Id="rId8" Type="http://schemas.openxmlformats.org/officeDocument/2006/relationships/tags" Target="../tags/tag320.xml"/><Relationship Id="rId7" Type="http://schemas.openxmlformats.org/officeDocument/2006/relationships/tags" Target="../tags/tag319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4" Type="http://schemas.openxmlformats.org/officeDocument/2006/relationships/tags" Target="../tags/tag316.xml"/><Relationship Id="rId3" Type="http://schemas.openxmlformats.org/officeDocument/2006/relationships/tags" Target="../tags/tag315.xml"/><Relationship Id="rId2" Type="http://schemas.openxmlformats.org/officeDocument/2006/relationships/tags" Target="../tags/tag314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7.xml"/><Relationship Id="rId13" Type="http://schemas.openxmlformats.org/officeDocument/2006/relationships/tags" Target="../tags/tag325.xml"/><Relationship Id="rId12" Type="http://schemas.openxmlformats.org/officeDocument/2006/relationships/tags" Target="../tags/tag324.xml"/><Relationship Id="rId11" Type="http://schemas.openxmlformats.org/officeDocument/2006/relationships/tags" Target="../tags/tag323.xml"/><Relationship Id="rId10" Type="http://schemas.openxmlformats.org/officeDocument/2006/relationships/tags" Target="../tags/tag322.xml"/><Relationship Id="rId1" Type="http://schemas.openxmlformats.org/officeDocument/2006/relationships/tags" Target="../tags/tag31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34.xml"/><Relationship Id="rId8" Type="http://schemas.openxmlformats.org/officeDocument/2006/relationships/tags" Target="../tags/tag333.xml"/><Relationship Id="rId7" Type="http://schemas.openxmlformats.org/officeDocument/2006/relationships/tags" Target="../tags/tag332.xml"/><Relationship Id="rId6" Type="http://schemas.openxmlformats.org/officeDocument/2006/relationships/tags" Target="../tags/tag331.xml"/><Relationship Id="rId5" Type="http://schemas.openxmlformats.org/officeDocument/2006/relationships/tags" Target="../tags/tag330.xml"/><Relationship Id="rId4" Type="http://schemas.openxmlformats.org/officeDocument/2006/relationships/tags" Target="../tags/tag329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8.xml"/><Relationship Id="rId14" Type="http://schemas.openxmlformats.org/officeDocument/2006/relationships/tags" Target="../tags/tag338.xml"/><Relationship Id="rId13" Type="http://schemas.openxmlformats.org/officeDocument/2006/relationships/image" Target="../media/image13.png"/><Relationship Id="rId12" Type="http://schemas.openxmlformats.org/officeDocument/2006/relationships/tags" Target="../tags/tag337.xml"/><Relationship Id="rId11" Type="http://schemas.openxmlformats.org/officeDocument/2006/relationships/tags" Target="../tags/tag336.xml"/><Relationship Id="rId10" Type="http://schemas.openxmlformats.org/officeDocument/2006/relationships/tags" Target="../tags/tag335.xml"/><Relationship Id="rId1" Type="http://schemas.openxmlformats.org/officeDocument/2006/relationships/tags" Target="../tags/tag32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tags" Target="../tags/tag346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9.xml"/><Relationship Id="rId14" Type="http://schemas.openxmlformats.org/officeDocument/2006/relationships/tags" Target="../tags/tag351.xml"/><Relationship Id="rId13" Type="http://schemas.openxmlformats.org/officeDocument/2006/relationships/image" Target="../media/image13.png"/><Relationship Id="rId12" Type="http://schemas.openxmlformats.org/officeDocument/2006/relationships/tags" Target="../tags/tag350.xml"/><Relationship Id="rId11" Type="http://schemas.openxmlformats.org/officeDocument/2006/relationships/tags" Target="../tags/tag349.xml"/><Relationship Id="rId10" Type="http://schemas.openxmlformats.org/officeDocument/2006/relationships/tags" Target="../tags/tag348.xml"/><Relationship Id="rId1" Type="http://schemas.openxmlformats.org/officeDocument/2006/relationships/tags" Target="../tags/tag33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60.xml"/><Relationship Id="rId8" Type="http://schemas.openxmlformats.org/officeDocument/2006/relationships/tags" Target="../tags/tag359.xml"/><Relationship Id="rId7" Type="http://schemas.openxmlformats.org/officeDocument/2006/relationships/tags" Target="../tags/tag358.xml"/><Relationship Id="rId6" Type="http://schemas.openxmlformats.org/officeDocument/2006/relationships/tags" Target="../tags/tag357.xml"/><Relationship Id="rId5" Type="http://schemas.openxmlformats.org/officeDocument/2006/relationships/tags" Target="../tags/tag356.xml"/><Relationship Id="rId4" Type="http://schemas.openxmlformats.org/officeDocument/2006/relationships/tags" Target="../tags/tag355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10.xml"/><Relationship Id="rId13" Type="http://schemas.openxmlformats.org/officeDocument/2006/relationships/tags" Target="../tags/tag364.xml"/><Relationship Id="rId12" Type="http://schemas.openxmlformats.org/officeDocument/2006/relationships/tags" Target="../tags/tag363.xml"/><Relationship Id="rId11" Type="http://schemas.openxmlformats.org/officeDocument/2006/relationships/tags" Target="../tags/tag362.xml"/><Relationship Id="rId10" Type="http://schemas.openxmlformats.org/officeDocument/2006/relationships/tags" Target="../tags/tag361.xml"/><Relationship Id="rId1" Type="http://schemas.openxmlformats.org/officeDocument/2006/relationships/tags" Target="../tags/tag35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73.xml"/><Relationship Id="rId8" Type="http://schemas.openxmlformats.org/officeDocument/2006/relationships/tags" Target="../tags/tag372.xml"/><Relationship Id="rId7" Type="http://schemas.openxmlformats.org/officeDocument/2006/relationships/tags" Target="../tags/tag371.xml"/><Relationship Id="rId6" Type="http://schemas.openxmlformats.org/officeDocument/2006/relationships/tags" Target="../tags/tag370.xml"/><Relationship Id="rId5" Type="http://schemas.openxmlformats.org/officeDocument/2006/relationships/tags" Target="../tags/tag369.xml"/><Relationship Id="rId4" Type="http://schemas.openxmlformats.org/officeDocument/2006/relationships/tags" Target="../tags/tag368.xml"/><Relationship Id="rId3" Type="http://schemas.openxmlformats.org/officeDocument/2006/relationships/tags" Target="../tags/tag367.xml"/><Relationship Id="rId2" Type="http://schemas.openxmlformats.org/officeDocument/2006/relationships/tags" Target="../tags/tag366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11.xml"/><Relationship Id="rId14" Type="http://schemas.openxmlformats.org/officeDocument/2006/relationships/tags" Target="../tags/tag377.xml"/><Relationship Id="rId13" Type="http://schemas.openxmlformats.org/officeDocument/2006/relationships/image" Target="../media/image14.png"/><Relationship Id="rId12" Type="http://schemas.openxmlformats.org/officeDocument/2006/relationships/tags" Target="../tags/tag376.xml"/><Relationship Id="rId11" Type="http://schemas.openxmlformats.org/officeDocument/2006/relationships/tags" Target="../tags/tag375.xml"/><Relationship Id="rId10" Type="http://schemas.openxmlformats.org/officeDocument/2006/relationships/tags" Target="../tags/tag374.xml"/><Relationship Id="rId1" Type="http://schemas.openxmlformats.org/officeDocument/2006/relationships/tags" Target="../tags/tag36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86.xml"/><Relationship Id="rId8" Type="http://schemas.openxmlformats.org/officeDocument/2006/relationships/tags" Target="../tags/tag385.xml"/><Relationship Id="rId7" Type="http://schemas.openxmlformats.org/officeDocument/2006/relationships/tags" Target="../tags/tag384.xml"/><Relationship Id="rId6" Type="http://schemas.openxmlformats.org/officeDocument/2006/relationships/tags" Target="../tags/tag383.xml"/><Relationship Id="rId5" Type="http://schemas.openxmlformats.org/officeDocument/2006/relationships/tags" Target="../tags/tag382.xml"/><Relationship Id="rId4" Type="http://schemas.openxmlformats.org/officeDocument/2006/relationships/tags" Target="../tags/tag381.xml"/><Relationship Id="rId3" Type="http://schemas.openxmlformats.org/officeDocument/2006/relationships/tags" Target="../tags/tag380.xml"/><Relationship Id="rId2" Type="http://schemas.openxmlformats.org/officeDocument/2006/relationships/tags" Target="../tags/tag379.xml"/><Relationship Id="rId17" Type="http://schemas.openxmlformats.org/officeDocument/2006/relationships/slideLayout" Target="../slideLayouts/slideLayout7.xml"/><Relationship Id="rId16" Type="http://schemas.openxmlformats.org/officeDocument/2006/relationships/themeOverride" Target="../theme/themeOverride12.xml"/><Relationship Id="rId15" Type="http://schemas.openxmlformats.org/officeDocument/2006/relationships/tags" Target="../tags/tag390.xml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tags" Target="../tags/tag389.xml"/><Relationship Id="rId11" Type="http://schemas.openxmlformats.org/officeDocument/2006/relationships/tags" Target="../tags/tag388.xml"/><Relationship Id="rId10" Type="http://schemas.openxmlformats.org/officeDocument/2006/relationships/tags" Target="../tags/tag387.xml"/><Relationship Id="rId1" Type="http://schemas.openxmlformats.org/officeDocument/2006/relationships/tags" Target="../tags/tag37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99.xml"/><Relationship Id="rId8" Type="http://schemas.openxmlformats.org/officeDocument/2006/relationships/tags" Target="../tags/tag398.xml"/><Relationship Id="rId7" Type="http://schemas.openxmlformats.org/officeDocument/2006/relationships/tags" Target="../tags/tag397.xml"/><Relationship Id="rId6" Type="http://schemas.openxmlformats.org/officeDocument/2006/relationships/tags" Target="../tags/tag396.xml"/><Relationship Id="rId5" Type="http://schemas.openxmlformats.org/officeDocument/2006/relationships/tags" Target="../tags/tag395.xml"/><Relationship Id="rId4" Type="http://schemas.openxmlformats.org/officeDocument/2006/relationships/tags" Target="../tags/tag394.xml"/><Relationship Id="rId3" Type="http://schemas.openxmlformats.org/officeDocument/2006/relationships/tags" Target="../tags/tag393.xml"/><Relationship Id="rId2" Type="http://schemas.openxmlformats.org/officeDocument/2006/relationships/tags" Target="../tags/tag392.xml"/><Relationship Id="rId17" Type="http://schemas.openxmlformats.org/officeDocument/2006/relationships/slideLayout" Target="../slideLayouts/slideLayout7.xml"/><Relationship Id="rId16" Type="http://schemas.openxmlformats.org/officeDocument/2006/relationships/themeOverride" Target="../theme/themeOverride13.xml"/><Relationship Id="rId15" Type="http://schemas.openxmlformats.org/officeDocument/2006/relationships/tags" Target="../tags/tag403.xml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tags" Target="../tags/tag402.xml"/><Relationship Id="rId11" Type="http://schemas.openxmlformats.org/officeDocument/2006/relationships/tags" Target="../tags/tag401.xml"/><Relationship Id="rId10" Type="http://schemas.openxmlformats.org/officeDocument/2006/relationships/tags" Target="../tags/tag400.xml"/><Relationship Id="rId1" Type="http://schemas.openxmlformats.org/officeDocument/2006/relationships/tags" Target="../tags/tag39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412.xml"/><Relationship Id="rId8" Type="http://schemas.openxmlformats.org/officeDocument/2006/relationships/tags" Target="../tags/tag411.xml"/><Relationship Id="rId7" Type="http://schemas.openxmlformats.org/officeDocument/2006/relationships/tags" Target="../tags/tag410.xml"/><Relationship Id="rId6" Type="http://schemas.openxmlformats.org/officeDocument/2006/relationships/tags" Target="../tags/tag409.xml"/><Relationship Id="rId5" Type="http://schemas.openxmlformats.org/officeDocument/2006/relationships/tags" Target="../tags/tag408.xml"/><Relationship Id="rId4" Type="http://schemas.openxmlformats.org/officeDocument/2006/relationships/tags" Target="../tags/tag407.xml"/><Relationship Id="rId3" Type="http://schemas.openxmlformats.org/officeDocument/2006/relationships/tags" Target="../tags/tag406.xml"/><Relationship Id="rId2" Type="http://schemas.openxmlformats.org/officeDocument/2006/relationships/tags" Target="../tags/tag405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14.xml"/><Relationship Id="rId13" Type="http://schemas.openxmlformats.org/officeDocument/2006/relationships/tags" Target="../tags/tag416.xml"/><Relationship Id="rId12" Type="http://schemas.openxmlformats.org/officeDocument/2006/relationships/tags" Target="../tags/tag415.xml"/><Relationship Id="rId11" Type="http://schemas.openxmlformats.org/officeDocument/2006/relationships/tags" Target="../tags/tag414.xml"/><Relationship Id="rId10" Type="http://schemas.openxmlformats.org/officeDocument/2006/relationships/tags" Target="../tags/tag413.xml"/><Relationship Id="rId1" Type="http://schemas.openxmlformats.org/officeDocument/2006/relationships/tags" Target="../tags/tag404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425.xml"/><Relationship Id="rId8" Type="http://schemas.openxmlformats.org/officeDocument/2006/relationships/tags" Target="../tags/tag424.xml"/><Relationship Id="rId7" Type="http://schemas.openxmlformats.org/officeDocument/2006/relationships/tags" Target="../tags/tag423.xml"/><Relationship Id="rId6" Type="http://schemas.openxmlformats.org/officeDocument/2006/relationships/tags" Target="../tags/tag422.xml"/><Relationship Id="rId5" Type="http://schemas.openxmlformats.org/officeDocument/2006/relationships/tags" Target="../tags/tag421.xml"/><Relationship Id="rId4" Type="http://schemas.openxmlformats.org/officeDocument/2006/relationships/tags" Target="../tags/tag420.xml"/><Relationship Id="rId3" Type="http://schemas.openxmlformats.org/officeDocument/2006/relationships/tags" Target="../tags/tag419.xml"/><Relationship Id="rId2" Type="http://schemas.openxmlformats.org/officeDocument/2006/relationships/tags" Target="../tags/tag418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15.xml"/><Relationship Id="rId14" Type="http://schemas.openxmlformats.org/officeDocument/2006/relationships/tags" Target="../tags/tag429.xml"/><Relationship Id="rId13" Type="http://schemas.openxmlformats.org/officeDocument/2006/relationships/image" Target="../media/image17.png"/><Relationship Id="rId12" Type="http://schemas.openxmlformats.org/officeDocument/2006/relationships/tags" Target="../tags/tag428.xml"/><Relationship Id="rId11" Type="http://schemas.openxmlformats.org/officeDocument/2006/relationships/tags" Target="../tags/tag427.xml"/><Relationship Id="rId10" Type="http://schemas.openxmlformats.org/officeDocument/2006/relationships/tags" Target="../tags/tag426.xml"/><Relationship Id="rId1" Type="http://schemas.openxmlformats.org/officeDocument/2006/relationships/tags" Target="../tags/tag41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437.xml"/><Relationship Id="rId8" Type="http://schemas.openxmlformats.org/officeDocument/2006/relationships/tags" Target="../tags/tag436.xml"/><Relationship Id="rId7" Type="http://schemas.openxmlformats.org/officeDocument/2006/relationships/tags" Target="../tags/tag435.xml"/><Relationship Id="rId6" Type="http://schemas.openxmlformats.org/officeDocument/2006/relationships/tags" Target="../tags/tag434.xml"/><Relationship Id="rId5" Type="http://schemas.openxmlformats.org/officeDocument/2006/relationships/tags" Target="../tags/tag433.xml"/><Relationship Id="rId4" Type="http://schemas.openxmlformats.org/officeDocument/2006/relationships/tags" Target="../tags/tag432.xml"/><Relationship Id="rId3" Type="http://schemas.openxmlformats.org/officeDocument/2006/relationships/tags" Target="../tags/tag431.xml"/><Relationship Id="rId2" Type="http://schemas.openxmlformats.org/officeDocument/2006/relationships/tags" Target="../tags/tag430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16.xml"/><Relationship Id="rId14" Type="http://schemas.openxmlformats.org/officeDocument/2006/relationships/tags" Target="../tags/tag442.xml"/><Relationship Id="rId13" Type="http://schemas.openxmlformats.org/officeDocument/2006/relationships/tags" Target="../tags/tag441.xml"/><Relationship Id="rId12" Type="http://schemas.openxmlformats.org/officeDocument/2006/relationships/tags" Target="../tags/tag440.xml"/><Relationship Id="rId11" Type="http://schemas.openxmlformats.org/officeDocument/2006/relationships/tags" Target="../tags/tag439.xml"/><Relationship Id="rId10" Type="http://schemas.openxmlformats.org/officeDocument/2006/relationships/tags" Target="../tags/tag438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450.xml"/><Relationship Id="rId8" Type="http://schemas.openxmlformats.org/officeDocument/2006/relationships/tags" Target="../tags/tag449.xml"/><Relationship Id="rId7" Type="http://schemas.openxmlformats.org/officeDocument/2006/relationships/tags" Target="../tags/tag448.xml"/><Relationship Id="rId6" Type="http://schemas.openxmlformats.org/officeDocument/2006/relationships/tags" Target="../tags/tag447.xml"/><Relationship Id="rId5" Type="http://schemas.openxmlformats.org/officeDocument/2006/relationships/tags" Target="../tags/tag446.xml"/><Relationship Id="rId4" Type="http://schemas.openxmlformats.org/officeDocument/2006/relationships/tags" Target="../tags/tag445.xml"/><Relationship Id="rId3" Type="http://schemas.openxmlformats.org/officeDocument/2006/relationships/tags" Target="../tags/tag444.xml"/><Relationship Id="rId2" Type="http://schemas.openxmlformats.org/officeDocument/2006/relationships/tags" Target="../tags/tag443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17.xml"/><Relationship Id="rId14" Type="http://schemas.openxmlformats.org/officeDocument/2006/relationships/tags" Target="../tags/tag455.xml"/><Relationship Id="rId13" Type="http://schemas.openxmlformats.org/officeDocument/2006/relationships/tags" Target="../tags/tag454.xml"/><Relationship Id="rId12" Type="http://schemas.openxmlformats.org/officeDocument/2006/relationships/tags" Target="../tags/tag453.xml"/><Relationship Id="rId11" Type="http://schemas.openxmlformats.org/officeDocument/2006/relationships/tags" Target="../tags/tag452.xml"/><Relationship Id="rId10" Type="http://schemas.openxmlformats.org/officeDocument/2006/relationships/tags" Target="../tags/tag451.xml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463.xml"/><Relationship Id="rId8" Type="http://schemas.openxmlformats.org/officeDocument/2006/relationships/tags" Target="../tags/tag462.xml"/><Relationship Id="rId7" Type="http://schemas.openxmlformats.org/officeDocument/2006/relationships/tags" Target="../tags/tag461.xml"/><Relationship Id="rId6" Type="http://schemas.openxmlformats.org/officeDocument/2006/relationships/tags" Target="../tags/tag460.xml"/><Relationship Id="rId5" Type="http://schemas.openxmlformats.org/officeDocument/2006/relationships/tags" Target="../tags/tag459.xml"/><Relationship Id="rId4" Type="http://schemas.openxmlformats.org/officeDocument/2006/relationships/tags" Target="../tags/tag458.xml"/><Relationship Id="rId3" Type="http://schemas.openxmlformats.org/officeDocument/2006/relationships/tags" Target="../tags/tag457.xml"/><Relationship Id="rId2" Type="http://schemas.openxmlformats.org/officeDocument/2006/relationships/tags" Target="../tags/tag456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18.xml"/><Relationship Id="rId14" Type="http://schemas.openxmlformats.org/officeDocument/2006/relationships/tags" Target="../tags/tag468.xml"/><Relationship Id="rId13" Type="http://schemas.openxmlformats.org/officeDocument/2006/relationships/tags" Target="../tags/tag467.xml"/><Relationship Id="rId12" Type="http://schemas.openxmlformats.org/officeDocument/2006/relationships/tags" Target="../tags/tag466.xml"/><Relationship Id="rId11" Type="http://schemas.openxmlformats.org/officeDocument/2006/relationships/tags" Target="../tags/tag465.xml"/><Relationship Id="rId10" Type="http://schemas.openxmlformats.org/officeDocument/2006/relationships/tags" Target="../tags/tag464.xml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477.xml"/><Relationship Id="rId8" Type="http://schemas.openxmlformats.org/officeDocument/2006/relationships/tags" Target="../tags/tag476.xml"/><Relationship Id="rId7" Type="http://schemas.openxmlformats.org/officeDocument/2006/relationships/tags" Target="../tags/tag475.xml"/><Relationship Id="rId6" Type="http://schemas.openxmlformats.org/officeDocument/2006/relationships/tags" Target="../tags/tag474.xml"/><Relationship Id="rId5" Type="http://schemas.openxmlformats.org/officeDocument/2006/relationships/tags" Target="../tags/tag473.xml"/><Relationship Id="rId4" Type="http://schemas.openxmlformats.org/officeDocument/2006/relationships/tags" Target="../tags/tag472.xml"/><Relationship Id="rId3" Type="http://schemas.openxmlformats.org/officeDocument/2006/relationships/tags" Target="../tags/tag471.xml"/><Relationship Id="rId2" Type="http://schemas.openxmlformats.org/officeDocument/2006/relationships/tags" Target="../tags/tag470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19.xml"/><Relationship Id="rId14" Type="http://schemas.openxmlformats.org/officeDocument/2006/relationships/tags" Target="../tags/tag481.xml"/><Relationship Id="rId13" Type="http://schemas.openxmlformats.org/officeDocument/2006/relationships/image" Target="../media/image20.png"/><Relationship Id="rId12" Type="http://schemas.openxmlformats.org/officeDocument/2006/relationships/tags" Target="../tags/tag480.xml"/><Relationship Id="rId11" Type="http://schemas.openxmlformats.org/officeDocument/2006/relationships/tags" Target="../tags/tag479.xml"/><Relationship Id="rId10" Type="http://schemas.openxmlformats.org/officeDocument/2006/relationships/tags" Target="../tags/tag478.xml"/><Relationship Id="rId1" Type="http://schemas.openxmlformats.org/officeDocument/2006/relationships/tags" Target="../tags/tag469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490.xml"/><Relationship Id="rId8" Type="http://schemas.openxmlformats.org/officeDocument/2006/relationships/tags" Target="../tags/tag489.xml"/><Relationship Id="rId7" Type="http://schemas.openxmlformats.org/officeDocument/2006/relationships/tags" Target="../tags/tag488.xml"/><Relationship Id="rId6" Type="http://schemas.openxmlformats.org/officeDocument/2006/relationships/tags" Target="../tags/tag487.xml"/><Relationship Id="rId5" Type="http://schemas.openxmlformats.org/officeDocument/2006/relationships/tags" Target="../tags/tag486.xml"/><Relationship Id="rId4" Type="http://schemas.openxmlformats.org/officeDocument/2006/relationships/tags" Target="../tags/tag485.xml"/><Relationship Id="rId3" Type="http://schemas.openxmlformats.org/officeDocument/2006/relationships/tags" Target="../tags/tag484.xml"/><Relationship Id="rId2" Type="http://schemas.openxmlformats.org/officeDocument/2006/relationships/tags" Target="../tags/tag483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20.xml"/><Relationship Id="rId14" Type="http://schemas.openxmlformats.org/officeDocument/2006/relationships/tags" Target="../tags/tag494.xml"/><Relationship Id="rId13" Type="http://schemas.openxmlformats.org/officeDocument/2006/relationships/image" Target="../media/image21.png"/><Relationship Id="rId12" Type="http://schemas.openxmlformats.org/officeDocument/2006/relationships/tags" Target="../tags/tag493.xml"/><Relationship Id="rId11" Type="http://schemas.openxmlformats.org/officeDocument/2006/relationships/tags" Target="../tags/tag492.xml"/><Relationship Id="rId10" Type="http://schemas.openxmlformats.org/officeDocument/2006/relationships/tags" Target="../tags/tag491.xml"/><Relationship Id="rId1" Type="http://schemas.openxmlformats.org/officeDocument/2006/relationships/tags" Target="../tags/tag48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503.xml"/><Relationship Id="rId8" Type="http://schemas.openxmlformats.org/officeDocument/2006/relationships/tags" Target="../tags/tag502.xml"/><Relationship Id="rId7" Type="http://schemas.openxmlformats.org/officeDocument/2006/relationships/tags" Target="../tags/tag501.xml"/><Relationship Id="rId6" Type="http://schemas.openxmlformats.org/officeDocument/2006/relationships/tags" Target="../tags/tag500.xml"/><Relationship Id="rId5" Type="http://schemas.openxmlformats.org/officeDocument/2006/relationships/tags" Target="../tags/tag499.xml"/><Relationship Id="rId4" Type="http://schemas.openxmlformats.org/officeDocument/2006/relationships/tags" Target="../tags/tag498.xml"/><Relationship Id="rId3" Type="http://schemas.openxmlformats.org/officeDocument/2006/relationships/tags" Target="../tags/tag497.xml"/><Relationship Id="rId2" Type="http://schemas.openxmlformats.org/officeDocument/2006/relationships/tags" Target="../tags/tag496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21.xml"/><Relationship Id="rId14" Type="http://schemas.openxmlformats.org/officeDocument/2006/relationships/tags" Target="../tags/tag507.xml"/><Relationship Id="rId13" Type="http://schemas.openxmlformats.org/officeDocument/2006/relationships/image" Target="../media/image22.png"/><Relationship Id="rId12" Type="http://schemas.openxmlformats.org/officeDocument/2006/relationships/tags" Target="../tags/tag506.xml"/><Relationship Id="rId11" Type="http://schemas.openxmlformats.org/officeDocument/2006/relationships/tags" Target="../tags/tag505.xml"/><Relationship Id="rId10" Type="http://schemas.openxmlformats.org/officeDocument/2006/relationships/tags" Target="../tags/tag504.xml"/><Relationship Id="rId1" Type="http://schemas.openxmlformats.org/officeDocument/2006/relationships/tags" Target="../tags/tag495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516.xml"/><Relationship Id="rId8" Type="http://schemas.openxmlformats.org/officeDocument/2006/relationships/tags" Target="../tags/tag515.xml"/><Relationship Id="rId7" Type="http://schemas.openxmlformats.org/officeDocument/2006/relationships/tags" Target="../tags/tag514.xml"/><Relationship Id="rId6" Type="http://schemas.openxmlformats.org/officeDocument/2006/relationships/tags" Target="../tags/tag513.xml"/><Relationship Id="rId5" Type="http://schemas.openxmlformats.org/officeDocument/2006/relationships/tags" Target="../tags/tag512.xml"/><Relationship Id="rId4" Type="http://schemas.openxmlformats.org/officeDocument/2006/relationships/tags" Target="../tags/tag511.xml"/><Relationship Id="rId3" Type="http://schemas.openxmlformats.org/officeDocument/2006/relationships/tags" Target="../tags/tag510.xml"/><Relationship Id="rId2" Type="http://schemas.openxmlformats.org/officeDocument/2006/relationships/tags" Target="../tags/tag509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22.xml"/><Relationship Id="rId14" Type="http://schemas.openxmlformats.org/officeDocument/2006/relationships/tags" Target="../tags/tag520.xml"/><Relationship Id="rId13" Type="http://schemas.openxmlformats.org/officeDocument/2006/relationships/image" Target="../media/image23.png"/><Relationship Id="rId12" Type="http://schemas.openxmlformats.org/officeDocument/2006/relationships/tags" Target="../tags/tag519.xml"/><Relationship Id="rId11" Type="http://schemas.openxmlformats.org/officeDocument/2006/relationships/tags" Target="../tags/tag518.xml"/><Relationship Id="rId10" Type="http://schemas.openxmlformats.org/officeDocument/2006/relationships/tags" Target="../tags/tag517.xml"/><Relationship Id="rId1" Type="http://schemas.openxmlformats.org/officeDocument/2006/relationships/tags" Target="../tags/tag508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529.xml"/><Relationship Id="rId8" Type="http://schemas.openxmlformats.org/officeDocument/2006/relationships/tags" Target="../tags/tag528.xml"/><Relationship Id="rId7" Type="http://schemas.openxmlformats.org/officeDocument/2006/relationships/tags" Target="../tags/tag527.xml"/><Relationship Id="rId6" Type="http://schemas.openxmlformats.org/officeDocument/2006/relationships/tags" Target="../tags/tag526.xml"/><Relationship Id="rId5" Type="http://schemas.openxmlformats.org/officeDocument/2006/relationships/tags" Target="../tags/tag525.xml"/><Relationship Id="rId4" Type="http://schemas.openxmlformats.org/officeDocument/2006/relationships/tags" Target="../tags/tag524.xml"/><Relationship Id="rId3" Type="http://schemas.openxmlformats.org/officeDocument/2006/relationships/tags" Target="../tags/tag523.xml"/><Relationship Id="rId2" Type="http://schemas.openxmlformats.org/officeDocument/2006/relationships/tags" Target="../tags/tag522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23.xml"/><Relationship Id="rId14" Type="http://schemas.openxmlformats.org/officeDocument/2006/relationships/tags" Target="../tags/tag533.xml"/><Relationship Id="rId13" Type="http://schemas.openxmlformats.org/officeDocument/2006/relationships/image" Target="../media/image24.png"/><Relationship Id="rId12" Type="http://schemas.openxmlformats.org/officeDocument/2006/relationships/tags" Target="../tags/tag532.xml"/><Relationship Id="rId11" Type="http://schemas.openxmlformats.org/officeDocument/2006/relationships/tags" Target="../tags/tag531.xml"/><Relationship Id="rId10" Type="http://schemas.openxmlformats.org/officeDocument/2006/relationships/tags" Target="../tags/tag530.xml"/><Relationship Id="rId1" Type="http://schemas.openxmlformats.org/officeDocument/2006/relationships/tags" Target="../tags/tag521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542.xml"/><Relationship Id="rId8" Type="http://schemas.openxmlformats.org/officeDocument/2006/relationships/tags" Target="../tags/tag541.xml"/><Relationship Id="rId7" Type="http://schemas.openxmlformats.org/officeDocument/2006/relationships/tags" Target="../tags/tag540.xml"/><Relationship Id="rId6" Type="http://schemas.openxmlformats.org/officeDocument/2006/relationships/tags" Target="../tags/tag539.xml"/><Relationship Id="rId5" Type="http://schemas.openxmlformats.org/officeDocument/2006/relationships/tags" Target="../tags/tag538.xml"/><Relationship Id="rId4" Type="http://schemas.openxmlformats.org/officeDocument/2006/relationships/tags" Target="../tags/tag537.xml"/><Relationship Id="rId3" Type="http://schemas.openxmlformats.org/officeDocument/2006/relationships/tags" Target="../tags/tag536.xml"/><Relationship Id="rId2" Type="http://schemas.openxmlformats.org/officeDocument/2006/relationships/tags" Target="../tags/tag535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24.xml"/><Relationship Id="rId14" Type="http://schemas.openxmlformats.org/officeDocument/2006/relationships/tags" Target="../tags/tag546.xml"/><Relationship Id="rId13" Type="http://schemas.openxmlformats.org/officeDocument/2006/relationships/image" Target="../media/image25.png"/><Relationship Id="rId12" Type="http://schemas.openxmlformats.org/officeDocument/2006/relationships/tags" Target="../tags/tag545.xml"/><Relationship Id="rId11" Type="http://schemas.openxmlformats.org/officeDocument/2006/relationships/tags" Target="../tags/tag544.xml"/><Relationship Id="rId10" Type="http://schemas.openxmlformats.org/officeDocument/2006/relationships/tags" Target="../tags/tag543.xml"/><Relationship Id="rId1" Type="http://schemas.openxmlformats.org/officeDocument/2006/relationships/tags" Target="../tags/tag534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555.xml"/><Relationship Id="rId8" Type="http://schemas.openxmlformats.org/officeDocument/2006/relationships/tags" Target="../tags/tag554.xml"/><Relationship Id="rId7" Type="http://schemas.openxmlformats.org/officeDocument/2006/relationships/tags" Target="../tags/tag553.xml"/><Relationship Id="rId6" Type="http://schemas.openxmlformats.org/officeDocument/2006/relationships/tags" Target="../tags/tag552.xml"/><Relationship Id="rId5" Type="http://schemas.openxmlformats.org/officeDocument/2006/relationships/tags" Target="../tags/tag551.xml"/><Relationship Id="rId4" Type="http://schemas.openxmlformats.org/officeDocument/2006/relationships/tags" Target="../tags/tag550.xml"/><Relationship Id="rId3" Type="http://schemas.openxmlformats.org/officeDocument/2006/relationships/tags" Target="../tags/tag549.xml"/><Relationship Id="rId2" Type="http://schemas.openxmlformats.org/officeDocument/2006/relationships/tags" Target="../tags/tag548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25.xml"/><Relationship Id="rId14" Type="http://schemas.openxmlformats.org/officeDocument/2006/relationships/tags" Target="../tags/tag559.xml"/><Relationship Id="rId13" Type="http://schemas.openxmlformats.org/officeDocument/2006/relationships/image" Target="../media/image25.png"/><Relationship Id="rId12" Type="http://schemas.openxmlformats.org/officeDocument/2006/relationships/tags" Target="../tags/tag558.xml"/><Relationship Id="rId11" Type="http://schemas.openxmlformats.org/officeDocument/2006/relationships/tags" Target="../tags/tag557.xml"/><Relationship Id="rId10" Type="http://schemas.openxmlformats.org/officeDocument/2006/relationships/tags" Target="../tags/tag556.xml"/><Relationship Id="rId1" Type="http://schemas.openxmlformats.org/officeDocument/2006/relationships/tags" Target="../tags/tag547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568.xml"/><Relationship Id="rId8" Type="http://schemas.openxmlformats.org/officeDocument/2006/relationships/tags" Target="../tags/tag567.xml"/><Relationship Id="rId7" Type="http://schemas.openxmlformats.org/officeDocument/2006/relationships/tags" Target="../tags/tag566.xml"/><Relationship Id="rId6" Type="http://schemas.openxmlformats.org/officeDocument/2006/relationships/tags" Target="../tags/tag565.xml"/><Relationship Id="rId5" Type="http://schemas.openxmlformats.org/officeDocument/2006/relationships/tags" Target="../tags/tag564.xml"/><Relationship Id="rId4" Type="http://schemas.openxmlformats.org/officeDocument/2006/relationships/tags" Target="../tags/tag563.xml"/><Relationship Id="rId3" Type="http://schemas.openxmlformats.org/officeDocument/2006/relationships/tags" Target="../tags/tag562.xml"/><Relationship Id="rId2" Type="http://schemas.openxmlformats.org/officeDocument/2006/relationships/tags" Target="../tags/tag561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26.xml"/><Relationship Id="rId14" Type="http://schemas.openxmlformats.org/officeDocument/2006/relationships/tags" Target="../tags/tag572.xml"/><Relationship Id="rId13" Type="http://schemas.openxmlformats.org/officeDocument/2006/relationships/image" Target="../media/image25.png"/><Relationship Id="rId12" Type="http://schemas.openxmlformats.org/officeDocument/2006/relationships/tags" Target="../tags/tag571.xml"/><Relationship Id="rId11" Type="http://schemas.openxmlformats.org/officeDocument/2006/relationships/tags" Target="../tags/tag570.xml"/><Relationship Id="rId10" Type="http://schemas.openxmlformats.org/officeDocument/2006/relationships/tags" Target="../tags/tag569.xml"/><Relationship Id="rId1" Type="http://schemas.openxmlformats.org/officeDocument/2006/relationships/tags" Target="../tags/tag560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581.xml"/><Relationship Id="rId8" Type="http://schemas.openxmlformats.org/officeDocument/2006/relationships/tags" Target="../tags/tag580.xml"/><Relationship Id="rId7" Type="http://schemas.openxmlformats.org/officeDocument/2006/relationships/tags" Target="../tags/tag579.xml"/><Relationship Id="rId6" Type="http://schemas.openxmlformats.org/officeDocument/2006/relationships/tags" Target="../tags/tag578.xml"/><Relationship Id="rId5" Type="http://schemas.openxmlformats.org/officeDocument/2006/relationships/tags" Target="../tags/tag577.xml"/><Relationship Id="rId4" Type="http://schemas.openxmlformats.org/officeDocument/2006/relationships/tags" Target="../tags/tag576.xml"/><Relationship Id="rId3" Type="http://schemas.openxmlformats.org/officeDocument/2006/relationships/tags" Target="../tags/tag575.xml"/><Relationship Id="rId2" Type="http://schemas.openxmlformats.org/officeDocument/2006/relationships/tags" Target="../tags/tag574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27.xml"/><Relationship Id="rId14" Type="http://schemas.openxmlformats.org/officeDocument/2006/relationships/tags" Target="../tags/tag585.xml"/><Relationship Id="rId13" Type="http://schemas.openxmlformats.org/officeDocument/2006/relationships/image" Target="../media/image26.png"/><Relationship Id="rId12" Type="http://schemas.openxmlformats.org/officeDocument/2006/relationships/tags" Target="../tags/tag584.xml"/><Relationship Id="rId11" Type="http://schemas.openxmlformats.org/officeDocument/2006/relationships/tags" Target="../tags/tag583.xml"/><Relationship Id="rId10" Type="http://schemas.openxmlformats.org/officeDocument/2006/relationships/tags" Target="../tags/tag582.xml"/><Relationship Id="rId1" Type="http://schemas.openxmlformats.org/officeDocument/2006/relationships/tags" Target="../tags/tag573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594.xml"/><Relationship Id="rId8" Type="http://schemas.openxmlformats.org/officeDocument/2006/relationships/tags" Target="../tags/tag593.xml"/><Relationship Id="rId7" Type="http://schemas.openxmlformats.org/officeDocument/2006/relationships/tags" Target="../tags/tag592.xml"/><Relationship Id="rId6" Type="http://schemas.openxmlformats.org/officeDocument/2006/relationships/tags" Target="../tags/tag591.xml"/><Relationship Id="rId5" Type="http://schemas.openxmlformats.org/officeDocument/2006/relationships/tags" Target="../tags/tag590.xml"/><Relationship Id="rId4" Type="http://schemas.openxmlformats.org/officeDocument/2006/relationships/tags" Target="../tags/tag589.xml"/><Relationship Id="rId3" Type="http://schemas.openxmlformats.org/officeDocument/2006/relationships/tags" Target="../tags/tag588.xml"/><Relationship Id="rId2" Type="http://schemas.openxmlformats.org/officeDocument/2006/relationships/tags" Target="../tags/tag587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28.xml"/><Relationship Id="rId14" Type="http://schemas.openxmlformats.org/officeDocument/2006/relationships/tags" Target="../tags/tag598.xml"/><Relationship Id="rId13" Type="http://schemas.openxmlformats.org/officeDocument/2006/relationships/image" Target="../media/image27.png"/><Relationship Id="rId12" Type="http://schemas.openxmlformats.org/officeDocument/2006/relationships/tags" Target="../tags/tag597.xml"/><Relationship Id="rId11" Type="http://schemas.openxmlformats.org/officeDocument/2006/relationships/tags" Target="../tags/tag596.xml"/><Relationship Id="rId10" Type="http://schemas.openxmlformats.org/officeDocument/2006/relationships/tags" Target="../tags/tag595.xml"/><Relationship Id="rId1" Type="http://schemas.openxmlformats.org/officeDocument/2006/relationships/tags" Target="../tags/tag586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607.xml"/><Relationship Id="rId8" Type="http://schemas.openxmlformats.org/officeDocument/2006/relationships/tags" Target="../tags/tag606.xml"/><Relationship Id="rId7" Type="http://schemas.openxmlformats.org/officeDocument/2006/relationships/tags" Target="../tags/tag605.xml"/><Relationship Id="rId6" Type="http://schemas.openxmlformats.org/officeDocument/2006/relationships/tags" Target="../tags/tag604.xml"/><Relationship Id="rId5" Type="http://schemas.openxmlformats.org/officeDocument/2006/relationships/tags" Target="../tags/tag603.xml"/><Relationship Id="rId4" Type="http://schemas.openxmlformats.org/officeDocument/2006/relationships/tags" Target="../tags/tag602.xml"/><Relationship Id="rId3" Type="http://schemas.openxmlformats.org/officeDocument/2006/relationships/tags" Target="../tags/tag601.xml"/><Relationship Id="rId2" Type="http://schemas.openxmlformats.org/officeDocument/2006/relationships/tags" Target="../tags/tag600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29.xml"/><Relationship Id="rId13" Type="http://schemas.openxmlformats.org/officeDocument/2006/relationships/tags" Target="../tags/tag611.xml"/><Relationship Id="rId12" Type="http://schemas.openxmlformats.org/officeDocument/2006/relationships/tags" Target="../tags/tag610.xml"/><Relationship Id="rId11" Type="http://schemas.openxmlformats.org/officeDocument/2006/relationships/tags" Target="../tags/tag609.xml"/><Relationship Id="rId10" Type="http://schemas.openxmlformats.org/officeDocument/2006/relationships/tags" Target="../tags/tag608.xml"/><Relationship Id="rId1" Type="http://schemas.openxmlformats.org/officeDocument/2006/relationships/tags" Target="../tags/tag599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620.xml"/><Relationship Id="rId8" Type="http://schemas.openxmlformats.org/officeDocument/2006/relationships/tags" Target="../tags/tag619.xml"/><Relationship Id="rId7" Type="http://schemas.openxmlformats.org/officeDocument/2006/relationships/tags" Target="../tags/tag618.xml"/><Relationship Id="rId6" Type="http://schemas.openxmlformats.org/officeDocument/2006/relationships/tags" Target="../tags/tag617.xml"/><Relationship Id="rId5" Type="http://schemas.openxmlformats.org/officeDocument/2006/relationships/tags" Target="../tags/tag616.xml"/><Relationship Id="rId4" Type="http://schemas.openxmlformats.org/officeDocument/2006/relationships/tags" Target="../tags/tag615.xml"/><Relationship Id="rId3" Type="http://schemas.openxmlformats.org/officeDocument/2006/relationships/tags" Target="../tags/tag614.xml"/><Relationship Id="rId2" Type="http://schemas.openxmlformats.org/officeDocument/2006/relationships/tags" Target="../tags/tag613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30.xml"/><Relationship Id="rId13" Type="http://schemas.openxmlformats.org/officeDocument/2006/relationships/tags" Target="../tags/tag624.xml"/><Relationship Id="rId12" Type="http://schemas.openxmlformats.org/officeDocument/2006/relationships/tags" Target="../tags/tag623.xml"/><Relationship Id="rId11" Type="http://schemas.openxmlformats.org/officeDocument/2006/relationships/tags" Target="../tags/tag622.xml"/><Relationship Id="rId10" Type="http://schemas.openxmlformats.org/officeDocument/2006/relationships/tags" Target="../tags/tag621.xml"/><Relationship Id="rId1" Type="http://schemas.openxmlformats.org/officeDocument/2006/relationships/tags" Target="../tags/tag612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633.xml"/><Relationship Id="rId8" Type="http://schemas.openxmlformats.org/officeDocument/2006/relationships/tags" Target="../tags/tag632.xml"/><Relationship Id="rId7" Type="http://schemas.openxmlformats.org/officeDocument/2006/relationships/tags" Target="../tags/tag631.xml"/><Relationship Id="rId6" Type="http://schemas.openxmlformats.org/officeDocument/2006/relationships/tags" Target="../tags/tag630.xml"/><Relationship Id="rId5" Type="http://schemas.openxmlformats.org/officeDocument/2006/relationships/tags" Target="../tags/tag629.xml"/><Relationship Id="rId4" Type="http://schemas.openxmlformats.org/officeDocument/2006/relationships/tags" Target="../tags/tag628.xml"/><Relationship Id="rId3" Type="http://schemas.openxmlformats.org/officeDocument/2006/relationships/tags" Target="../tags/tag627.xml"/><Relationship Id="rId2" Type="http://schemas.openxmlformats.org/officeDocument/2006/relationships/tags" Target="../tags/tag626.xml"/><Relationship Id="rId17" Type="http://schemas.openxmlformats.org/officeDocument/2006/relationships/slideLayout" Target="../slideLayouts/slideLayout7.xml"/><Relationship Id="rId16" Type="http://schemas.openxmlformats.org/officeDocument/2006/relationships/themeOverride" Target="../theme/themeOverride31.xml"/><Relationship Id="rId15" Type="http://schemas.openxmlformats.org/officeDocument/2006/relationships/tags" Target="../tags/tag637.xml"/><Relationship Id="rId14" Type="http://schemas.openxmlformats.org/officeDocument/2006/relationships/image" Target="../media/image29.png"/><Relationship Id="rId13" Type="http://schemas.openxmlformats.org/officeDocument/2006/relationships/image" Target="../media/image28.png"/><Relationship Id="rId12" Type="http://schemas.openxmlformats.org/officeDocument/2006/relationships/tags" Target="../tags/tag636.xml"/><Relationship Id="rId11" Type="http://schemas.openxmlformats.org/officeDocument/2006/relationships/tags" Target="../tags/tag635.xml"/><Relationship Id="rId10" Type="http://schemas.openxmlformats.org/officeDocument/2006/relationships/tags" Target="../tags/tag634.xml"/><Relationship Id="rId1" Type="http://schemas.openxmlformats.org/officeDocument/2006/relationships/tags" Target="../tags/tag625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646.xml"/><Relationship Id="rId8" Type="http://schemas.openxmlformats.org/officeDocument/2006/relationships/tags" Target="../tags/tag645.xml"/><Relationship Id="rId7" Type="http://schemas.openxmlformats.org/officeDocument/2006/relationships/tags" Target="../tags/tag644.xml"/><Relationship Id="rId6" Type="http://schemas.openxmlformats.org/officeDocument/2006/relationships/tags" Target="../tags/tag643.xml"/><Relationship Id="rId5" Type="http://schemas.openxmlformats.org/officeDocument/2006/relationships/tags" Target="../tags/tag642.xml"/><Relationship Id="rId4" Type="http://schemas.openxmlformats.org/officeDocument/2006/relationships/tags" Target="../tags/tag641.xml"/><Relationship Id="rId3" Type="http://schemas.openxmlformats.org/officeDocument/2006/relationships/tags" Target="../tags/tag640.xml"/><Relationship Id="rId2" Type="http://schemas.openxmlformats.org/officeDocument/2006/relationships/tags" Target="../tags/tag639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32.xml"/><Relationship Id="rId14" Type="http://schemas.openxmlformats.org/officeDocument/2006/relationships/tags" Target="../tags/tag650.xml"/><Relationship Id="rId13" Type="http://schemas.openxmlformats.org/officeDocument/2006/relationships/image" Target="../media/image29.png"/><Relationship Id="rId12" Type="http://schemas.openxmlformats.org/officeDocument/2006/relationships/tags" Target="../tags/tag649.xml"/><Relationship Id="rId11" Type="http://schemas.openxmlformats.org/officeDocument/2006/relationships/tags" Target="../tags/tag648.xml"/><Relationship Id="rId10" Type="http://schemas.openxmlformats.org/officeDocument/2006/relationships/tags" Target="../tags/tag647.xml"/><Relationship Id="rId1" Type="http://schemas.openxmlformats.org/officeDocument/2006/relationships/tags" Target="../tags/tag638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659.xml"/><Relationship Id="rId8" Type="http://schemas.openxmlformats.org/officeDocument/2006/relationships/tags" Target="../tags/tag658.xml"/><Relationship Id="rId7" Type="http://schemas.openxmlformats.org/officeDocument/2006/relationships/tags" Target="../tags/tag657.xml"/><Relationship Id="rId6" Type="http://schemas.openxmlformats.org/officeDocument/2006/relationships/tags" Target="../tags/tag656.xml"/><Relationship Id="rId5" Type="http://schemas.openxmlformats.org/officeDocument/2006/relationships/tags" Target="../tags/tag655.xml"/><Relationship Id="rId4" Type="http://schemas.openxmlformats.org/officeDocument/2006/relationships/tags" Target="../tags/tag654.xml"/><Relationship Id="rId3" Type="http://schemas.openxmlformats.org/officeDocument/2006/relationships/tags" Target="../tags/tag653.xml"/><Relationship Id="rId2" Type="http://schemas.openxmlformats.org/officeDocument/2006/relationships/tags" Target="../tags/tag652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33.xml"/><Relationship Id="rId14" Type="http://schemas.openxmlformats.org/officeDocument/2006/relationships/tags" Target="../tags/tag663.xml"/><Relationship Id="rId13" Type="http://schemas.openxmlformats.org/officeDocument/2006/relationships/image" Target="../media/image30.png"/><Relationship Id="rId12" Type="http://schemas.openxmlformats.org/officeDocument/2006/relationships/tags" Target="../tags/tag662.xml"/><Relationship Id="rId11" Type="http://schemas.openxmlformats.org/officeDocument/2006/relationships/tags" Target="../tags/tag661.xml"/><Relationship Id="rId10" Type="http://schemas.openxmlformats.org/officeDocument/2006/relationships/tags" Target="../tags/tag660.xml"/><Relationship Id="rId1" Type="http://schemas.openxmlformats.org/officeDocument/2006/relationships/tags" Target="../tags/tag651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672.xml"/><Relationship Id="rId8" Type="http://schemas.openxmlformats.org/officeDocument/2006/relationships/tags" Target="../tags/tag671.xml"/><Relationship Id="rId7" Type="http://schemas.openxmlformats.org/officeDocument/2006/relationships/tags" Target="../tags/tag670.xml"/><Relationship Id="rId6" Type="http://schemas.openxmlformats.org/officeDocument/2006/relationships/tags" Target="../tags/tag669.xml"/><Relationship Id="rId5" Type="http://schemas.openxmlformats.org/officeDocument/2006/relationships/tags" Target="../tags/tag668.xml"/><Relationship Id="rId4" Type="http://schemas.openxmlformats.org/officeDocument/2006/relationships/tags" Target="../tags/tag667.xml"/><Relationship Id="rId3" Type="http://schemas.openxmlformats.org/officeDocument/2006/relationships/tags" Target="../tags/tag666.xml"/><Relationship Id="rId2" Type="http://schemas.openxmlformats.org/officeDocument/2006/relationships/tags" Target="../tags/tag665.xml"/><Relationship Id="rId17" Type="http://schemas.openxmlformats.org/officeDocument/2006/relationships/slideLayout" Target="../slideLayouts/slideLayout7.xml"/><Relationship Id="rId16" Type="http://schemas.openxmlformats.org/officeDocument/2006/relationships/themeOverride" Target="../theme/themeOverride34.xml"/><Relationship Id="rId15" Type="http://schemas.openxmlformats.org/officeDocument/2006/relationships/tags" Target="../tags/tag676.xml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tags" Target="../tags/tag675.xml"/><Relationship Id="rId11" Type="http://schemas.openxmlformats.org/officeDocument/2006/relationships/tags" Target="../tags/tag674.xml"/><Relationship Id="rId10" Type="http://schemas.openxmlformats.org/officeDocument/2006/relationships/tags" Target="../tags/tag673.xml"/><Relationship Id="rId1" Type="http://schemas.openxmlformats.org/officeDocument/2006/relationships/tags" Target="../tags/tag664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685.xml"/><Relationship Id="rId8" Type="http://schemas.openxmlformats.org/officeDocument/2006/relationships/tags" Target="../tags/tag684.xml"/><Relationship Id="rId7" Type="http://schemas.openxmlformats.org/officeDocument/2006/relationships/tags" Target="../tags/tag683.xml"/><Relationship Id="rId6" Type="http://schemas.openxmlformats.org/officeDocument/2006/relationships/tags" Target="../tags/tag682.xml"/><Relationship Id="rId5" Type="http://schemas.openxmlformats.org/officeDocument/2006/relationships/tags" Target="../tags/tag681.xml"/><Relationship Id="rId4" Type="http://schemas.openxmlformats.org/officeDocument/2006/relationships/tags" Target="../tags/tag680.xml"/><Relationship Id="rId3" Type="http://schemas.openxmlformats.org/officeDocument/2006/relationships/tags" Target="../tags/tag679.xml"/><Relationship Id="rId2" Type="http://schemas.openxmlformats.org/officeDocument/2006/relationships/tags" Target="../tags/tag678.xml"/><Relationship Id="rId17" Type="http://schemas.openxmlformats.org/officeDocument/2006/relationships/slideLayout" Target="../slideLayouts/slideLayout7.xml"/><Relationship Id="rId16" Type="http://schemas.openxmlformats.org/officeDocument/2006/relationships/themeOverride" Target="../theme/themeOverride35.xml"/><Relationship Id="rId15" Type="http://schemas.openxmlformats.org/officeDocument/2006/relationships/tags" Target="../tags/tag689.xml"/><Relationship Id="rId14" Type="http://schemas.openxmlformats.org/officeDocument/2006/relationships/image" Target="../media/image33.png"/><Relationship Id="rId13" Type="http://schemas.openxmlformats.org/officeDocument/2006/relationships/image" Target="../media/image32.png"/><Relationship Id="rId12" Type="http://schemas.openxmlformats.org/officeDocument/2006/relationships/tags" Target="../tags/tag688.xml"/><Relationship Id="rId11" Type="http://schemas.openxmlformats.org/officeDocument/2006/relationships/tags" Target="../tags/tag687.xml"/><Relationship Id="rId10" Type="http://schemas.openxmlformats.org/officeDocument/2006/relationships/tags" Target="../tags/tag686.xml"/><Relationship Id="rId1" Type="http://schemas.openxmlformats.org/officeDocument/2006/relationships/tags" Target="../tags/tag677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697.xml"/><Relationship Id="rId8" Type="http://schemas.openxmlformats.org/officeDocument/2006/relationships/tags" Target="../tags/tag696.xml"/><Relationship Id="rId7" Type="http://schemas.openxmlformats.org/officeDocument/2006/relationships/tags" Target="../tags/tag695.xml"/><Relationship Id="rId6" Type="http://schemas.openxmlformats.org/officeDocument/2006/relationships/tags" Target="../tags/tag694.xml"/><Relationship Id="rId5" Type="http://schemas.openxmlformats.org/officeDocument/2006/relationships/tags" Target="../tags/tag693.xml"/><Relationship Id="rId4" Type="http://schemas.openxmlformats.org/officeDocument/2006/relationships/tags" Target="../tags/tag692.xml"/><Relationship Id="rId3" Type="http://schemas.openxmlformats.org/officeDocument/2006/relationships/tags" Target="../tags/tag691.xml"/><Relationship Id="rId2" Type="http://schemas.openxmlformats.org/officeDocument/2006/relationships/tags" Target="../tags/tag690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36.xml"/><Relationship Id="rId14" Type="http://schemas.openxmlformats.org/officeDocument/2006/relationships/tags" Target="../tags/tag702.xml"/><Relationship Id="rId13" Type="http://schemas.openxmlformats.org/officeDocument/2006/relationships/tags" Target="../tags/tag701.xml"/><Relationship Id="rId12" Type="http://schemas.openxmlformats.org/officeDocument/2006/relationships/tags" Target="../tags/tag700.xml"/><Relationship Id="rId11" Type="http://schemas.openxmlformats.org/officeDocument/2006/relationships/tags" Target="../tags/tag699.xml"/><Relationship Id="rId10" Type="http://schemas.openxmlformats.org/officeDocument/2006/relationships/tags" Target="../tags/tag698.xml"/><Relationship Id="rId1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711.xml"/><Relationship Id="rId8" Type="http://schemas.openxmlformats.org/officeDocument/2006/relationships/tags" Target="../tags/tag710.xml"/><Relationship Id="rId7" Type="http://schemas.openxmlformats.org/officeDocument/2006/relationships/tags" Target="../tags/tag709.xml"/><Relationship Id="rId6" Type="http://schemas.openxmlformats.org/officeDocument/2006/relationships/tags" Target="../tags/tag708.xml"/><Relationship Id="rId5" Type="http://schemas.openxmlformats.org/officeDocument/2006/relationships/tags" Target="../tags/tag707.xml"/><Relationship Id="rId4" Type="http://schemas.openxmlformats.org/officeDocument/2006/relationships/tags" Target="../tags/tag706.xml"/><Relationship Id="rId3" Type="http://schemas.openxmlformats.org/officeDocument/2006/relationships/tags" Target="../tags/tag705.xml"/><Relationship Id="rId2" Type="http://schemas.openxmlformats.org/officeDocument/2006/relationships/tags" Target="../tags/tag704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37.xml"/><Relationship Id="rId14" Type="http://schemas.openxmlformats.org/officeDocument/2006/relationships/tags" Target="../tags/tag715.xml"/><Relationship Id="rId13" Type="http://schemas.openxmlformats.org/officeDocument/2006/relationships/image" Target="../media/image34.png"/><Relationship Id="rId12" Type="http://schemas.openxmlformats.org/officeDocument/2006/relationships/tags" Target="../tags/tag714.xml"/><Relationship Id="rId11" Type="http://schemas.openxmlformats.org/officeDocument/2006/relationships/tags" Target="../tags/tag713.xml"/><Relationship Id="rId10" Type="http://schemas.openxmlformats.org/officeDocument/2006/relationships/tags" Target="../tags/tag712.xml"/><Relationship Id="rId1" Type="http://schemas.openxmlformats.org/officeDocument/2006/relationships/tags" Target="../tags/tag703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724.xml"/><Relationship Id="rId8" Type="http://schemas.openxmlformats.org/officeDocument/2006/relationships/tags" Target="../tags/tag723.xml"/><Relationship Id="rId7" Type="http://schemas.openxmlformats.org/officeDocument/2006/relationships/tags" Target="../tags/tag722.xml"/><Relationship Id="rId6" Type="http://schemas.openxmlformats.org/officeDocument/2006/relationships/tags" Target="../tags/tag721.xml"/><Relationship Id="rId5" Type="http://schemas.openxmlformats.org/officeDocument/2006/relationships/tags" Target="../tags/tag720.xml"/><Relationship Id="rId4" Type="http://schemas.openxmlformats.org/officeDocument/2006/relationships/tags" Target="../tags/tag719.xml"/><Relationship Id="rId3" Type="http://schemas.openxmlformats.org/officeDocument/2006/relationships/tags" Target="../tags/tag718.xml"/><Relationship Id="rId2" Type="http://schemas.openxmlformats.org/officeDocument/2006/relationships/tags" Target="../tags/tag717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38.xml"/><Relationship Id="rId14" Type="http://schemas.openxmlformats.org/officeDocument/2006/relationships/tags" Target="../tags/tag728.xml"/><Relationship Id="rId13" Type="http://schemas.openxmlformats.org/officeDocument/2006/relationships/image" Target="../media/image34.png"/><Relationship Id="rId12" Type="http://schemas.openxmlformats.org/officeDocument/2006/relationships/tags" Target="../tags/tag727.xml"/><Relationship Id="rId11" Type="http://schemas.openxmlformats.org/officeDocument/2006/relationships/tags" Target="../tags/tag726.xml"/><Relationship Id="rId10" Type="http://schemas.openxmlformats.org/officeDocument/2006/relationships/tags" Target="../tags/tag725.xml"/><Relationship Id="rId1" Type="http://schemas.openxmlformats.org/officeDocument/2006/relationships/tags" Target="../tags/tag716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737.xml"/><Relationship Id="rId8" Type="http://schemas.openxmlformats.org/officeDocument/2006/relationships/tags" Target="../tags/tag736.xml"/><Relationship Id="rId7" Type="http://schemas.openxmlformats.org/officeDocument/2006/relationships/tags" Target="../tags/tag735.xml"/><Relationship Id="rId6" Type="http://schemas.openxmlformats.org/officeDocument/2006/relationships/tags" Target="../tags/tag734.xml"/><Relationship Id="rId5" Type="http://schemas.openxmlformats.org/officeDocument/2006/relationships/tags" Target="../tags/tag733.xml"/><Relationship Id="rId4" Type="http://schemas.openxmlformats.org/officeDocument/2006/relationships/tags" Target="../tags/tag732.xml"/><Relationship Id="rId3" Type="http://schemas.openxmlformats.org/officeDocument/2006/relationships/tags" Target="../tags/tag731.xml"/><Relationship Id="rId2" Type="http://schemas.openxmlformats.org/officeDocument/2006/relationships/tags" Target="../tags/tag730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39.xml"/><Relationship Id="rId14" Type="http://schemas.openxmlformats.org/officeDocument/2006/relationships/tags" Target="../tags/tag741.xml"/><Relationship Id="rId13" Type="http://schemas.openxmlformats.org/officeDocument/2006/relationships/image" Target="../media/image35.png"/><Relationship Id="rId12" Type="http://schemas.openxmlformats.org/officeDocument/2006/relationships/tags" Target="../tags/tag740.xml"/><Relationship Id="rId11" Type="http://schemas.openxmlformats.org/officeDocument/2006/relationships/tags" Target="../tags/tag739.xml"/><Relationship Id="rId10" Type="http://schemas.openxmlformats.org/officeDocument/2006/relationships/tags" Target="../tags/tag738.xml"/><Relationship Id="rId1" Type="http://schemas.openxmlformats.org/officeDocument/2006/relationships/tags" Target="../tags/tag729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750.xml"/><Relationship Id="rId8" Type="http://schemas.openxmlformats.org/officeDocument/2006/relationships/tags" Target="../tags/tag749.xml"/><Relationship Id="rId7" Type="http://schemas.openxmlformats.org/officeDocument/2006/relationships/tags" Target="../tags/tag748.xml"/><Relationship Id="rId6" Type="http://schemas.openxmlformats.org/officeDocument/2006/relationships/tags" Target="../tags/tag747.xml"/><Relationship Id="rId5" Type="http://schemas.openxmlformats.org/officeDocument/2006/relationships/tags" Target="../tags/tag746.xml"/><Relationship Id="rId4" Type="http://schemas.openxmlformats.org/officeDocument/2006/relationships/tags" Target="../tags/tag745.xml"/><Relationship Id="rId3" Type="http://schemas.openxmlformats.org/officeDocument/2006/relationships/tags" Target="../tags/tag744.xml"/><Relationship Id="rId2" Type="http://schemas.openxmlformats.org/officeDocument/2006/relationships/tags" Target="../tags/tag743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40.xml"/><Relationship Id="rId14" Type="http://schemas.openxmlformats.org/officeDocument/2006/relationships/tags" Target="../tags/tag754.xml"/><Relationship Id="rId13" Type="http://schemas.openxmlformats.org/officeDocument/2006/relationships/image" Target="../media/image36.png"/><Relationship Id="rId12" Type="http://schemas.openxmlformats.org/officeDocument/2006/relationships/tags" Target="../tags/tag753.xml"/><Relationship Id="rId11" Type="http://schemas.openxmlformats.org/officeDocument/2006/relationships/tags" Target="../tags/tag752.xml"/><Relationship Id="rId10" Type="http://schemas.openxmlformats.org/officeDocument/2006/relationships/tags" Target="../tags/tag751.xml"/><Relationship Id="rId1" Type="http://schemas.openxmlformats.org/officeDocument/2006/relationships/tags" Target="../tags/tag742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tags" Target="../tags/tag763.xml"/><Relationship Id="rId8" Type="http://schemas.openxmlformats.org/officeDocument/2006/relationships/tags" Target="../tags/tag762.xml"/><Relationship Id="rId7" Type="http://schemas.openxmlformats.org/officeDocument/2006/relationships/tags" Target="../tags/tag761.xml"/><Relationship Id="rId6" Type="http://schemas.openxmlformats.org/officeDocument/2006/relationships/tags" Target="../tags/tag760.xml"/><Relationship Id="rId5" Type="http://schemas.openxmlformats.org/officeDocument/2006/relationships/tags" Target="../tags/tag759.xml"/><Relationship Id="rId4" Type="http://schemas.openxmlformats.org/officeDocument/2006/relationships/tags" Target="../tags/tag758.xml"/><Relationship Id="rId3" Type="http://schemas.openxmlformats.org/officeDocument/2006/relationships/tags" Target="../tags/tag757.xml"/><Relationship Id="rId2" Type="http://schemas.openxmlformats.org/officeDocument/2006/relationships/tags" Target="../tags/tag756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41.xml"/><Relationship Id="rId13" Type="http://schemas.openxmlformats.org/officeDocument/2006/relationships/tags" Target="../tags/tag767.xml"/><Relationship Id="rId12" Type="http://schemas.openxmlformats.org/officeDocument/2006/relationships/tags" Target="../tags/tag766.xml"/><Relationship Id="rId11" Type="http://schemas.openxmlformats.org/officeDocument/2006/relationships/tags" Target="../tags/tag765.xml"/><Relationship Id="rId10" Type="http://schemas.openxmlformats.org/officeDocument/2006/relationships/tags" Target="../tags/tag764.xml"/><Relationship Id="rId1" Type="http://schemas.openxmlformats.org/officeDocument/2006/relationships/tags" Target="../tags/tag755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776.xml"/><Relationship Id="rId8" Type="http://schemas.openxmlformats.org/officeDocument/2006/relationships/tags" Target="../tags/tag775.xml"/><Relationship Id="rId7" Type="http://schemas.openxmlformats.org/officeDocument/2006/relationships/tags" Target="../tags/tag774.xml"/><Relationship Id="rId6" Type="http://schemas.openxmlformats.org/officeDocument/2006/relationships/tags" Target="../tags/tag773.xml"/><Relationship Id="rId5" Type="http://schemas.openxmlformats.org/officeDocument/2006/relationships/tags" Target="../tags/tag772.xml"/><Relationship Id="rId4" Type="http://schemas.openxmlformats.org/officeDocument/2006/relationships/tags" Target="../tags/tag771.xml"/><Relationship Id="rId3" Type="http://schemas.openxmlformats.org/officeDocument/2006/relationships/tags" Target="../tags/tag770.xml"/><Relationship Id="rId2" Type="http://schemas.openxmlformats.org/officeDocument/2006/relationships/tags" Target="../tags/tag769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42.xml"/><Relationship Id="rId14" Type="http://schemas.openxmlformats.org/officeDocument/2006/relationships/tags" Target="../tags/tag780.xml"/><Relationship Id="rId13" Type="http://schemas.openxmlformats.org/officeDocument/2006/relationships/image" Target="../media/image37.png"/><Relationship Id="rId12" Type="http://schemas.openxmlformats.org/officeDocument/2006/relationships/tags" Target="../tags/tag779.xml"/><Relationship Id="rId11" Type="http://schemas.openxmlformats.org/officeDocument/2006/relationships/tags" Target="../tags/tag778.xml"/><Relationship Id="rId10" Type="http://schemas.openxmlformats.org/officeDocument/2006/relationships/tags" Target="../tags/tag777.xml"/><Relationship Id="rId1" Type="http://schemas.openxmlformats.org/officeDocument/2006/relationships/tags" Target="../tags/tag768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789.xml"/><Relationship Id="rId8" Type="http://schemas.openxmlformats.org/officeDocument/2006/relationships/tags" Target="../tags/tag788.xml"/><Relationship Id="rId7" Type="http://schemas.openxmlformats.org/officeDocument/2006/relationships/tags" Target="../tags/tag787.xml"/><Relationship Id="rId6" Type="http://schemas.openxmlformats.org/officeDocument/2006/relationships/tags" Target="../tags/tag786.xml"/><Relationship Id="rId5" Type="http://schemas.openxmlformats.org/officeDocument/2006/relationships/tags" Target="../tags/tag785.xml"/><Relationship Id="rId4" Type="http://schemas.openxmlformats.org/officeDocument/2006/relationships/tags" Target="../tags/tag784.xml"/><Relationship Id="rId3" Type="http://schemas.openxmlformats.org/officeDocument/2006/relationships/tags" Target="../tags/tag783.xml"/><Relationship Id="rId2" Type="http://schemas.openxmlformats.org/officeDocument/2006/relationships/tags" Target="../tags/tag782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43.xml"/><Relationship Id="rId14" Type="http://schemas.openxmlformats.org/officeDocument/2006/relationships/tags" Target="../tags/tag793.xml"/><Relationship Id="rId13" Type="http://schemas.openxmlformats.org/officeDocument/2006/relationships/image" Target="../media/image38.png"/><Relationship Id="rId12" Type="http://schemas.openxmlformats.org/officeDocument/2006/relationships/tags" Target="../tags/tag792.xml"/><Relationship Id="rId11" Type="http://schemas.openxmlformats.org/officeDocument/2006/relationships/tags" Target="../tags/tag791.xml"/><Relationship Id="rId10" Type="http://schemas.openxmlformats.org/officeDocument/2006/relationships/tags" Target="../tags/tag790.xml"/><Relationship Id="rId1" Type="http://schemas.openxmlformats.org/officeDocument/2006/relationships/tags" Target="../tags/tag781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tags" Target="../tags/tag802.xml"/><Relationship Id="rId8" Type="http://schemas.openxmlformats.org/officeDocument/2006/relationships/tags" Target="../tags/tag801.xml"/><Relationship Id="rId7" Type="http://schemas.openxmlformats.org/officeDocument/2006/relationships/tags" Target="../tags/tag800.xml"/><Relationship Id="rId6" Type="http://schemas.openxmlformats.org/officeDocument/2006/relationships/tags" Target="../tags/tag799.xml"/><Relationship Id="rId5" Type="http://schemas.openxmlformats.org/officeDocument/2006/relationships/tags" Target="../tags/tag798.xml"/><Relationship Id="rId4" Type="http://schemas.openxmlformats.org/officeDocument/2006/relationships/tags" Target="../tags/tag797.xml"/><Relationship Id="rId3" Type="http://schemas.openxmlformats.org/officeDocument/2006/relationships/tags" Target="../tags/tag796.xml"/><Relationship Id="rId2" Type="http://schemas.openxmlformats.org/officeDocument/2006/relationships/tags" Target="../tags/tag795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44.xml"/><Relationship Id="rId14" Type="http://schemas.openxmlformats.org/officeDocument/2006/relationships/tags" Target="../tags/tag806.xml"/><Relationship Id="rId13" Type="http://schemas.openxmlformats.org/officeDocument/2006/relationships/image" Target="../media/image39.png"/><Relationship Id="rId12" Type="http://schemas.openxmlformats.org/officeDocument/2006/relationships/tags" Target="../tags/tag805.xml"/><Relationship Id="rId11" Type="http://schemas.openxmlformats.org/officeDocument/2006/relationships/tags" Target="../tags/tag804.xml"/><Relationship Id="rId10" Type="http://schemas.openxmlformats.org/officeDocument/2006/relationships/tags" Target="../tags/tag803.xml"/><Relationship Id="rId1" Type="http://schemas.openxmlformats.org/officeDocument/2006/relationships/tags" Target="../tags/tag794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tags" Target="../tags/tag815.xml"/><Relationship Id="rId8" Type="http://schemas.openxmlformats.org/officeDocument/2006/relationships/tags" Target="../tags/tag814.xml"/><Relationship Id="rId7" Type="http://schemas.openxmlformats.org/officeDocument/2006/relationships/tags" Target="../tags/tag813.xml"/><Relationship Id="rId6" Type="http://schemas.openxmlformats.org/officeDocument/2006/relationships/tags" Target="../tags/tag812.xml"/><Relationship Id="rId5" Type="http://schemas.openxmlformats.org/officeDocument/2006/relationships/tags" Target="../tags/tag811.xml"/><Relationship Id="rId4" Type="http://schemas.openxmlformats.org/officeDocument/2006/relationships/tags" Target="../tags/tag810.xml"/><Relationship Id="rId3" Type="http://schemas.openxmlformats.org/officeDocument/2006/relationships/tags" Target="../tags/tag809.xml"/><Relationship Id="rId2" Type="http://schemas.openxmlformats.org/officeDocument/2006/relationships/tags" Target="../tags/tag808.xml"/><Relationship Id="rId17" Type="http://schemas.openxmlformats.org/officeDocument/2006/relationships/slideLayout" Target="../slideLayouts/slideLayout7.xml"/><Relationship Id="rId16" Type="http://schemas.openxmlformats.org/officeDocument/2006/relationships/themeOverride" Target="../theme/themeOverride45.xml"/><Relationship Id="rId15" Type="http://schemas.openxmlformats.org/officeDocument/2006/relationships/tags" Target="../tags/tag819.xml"/><Relationship Id="rId14" Type="http://schemas.openxmlformats.org/officeDocument/2006/relationships/image" Target="../media/image41.png"/><Relationship Id="rId13" Type="http://schemas.openxmlformats.org/officeDocument/2006/relationships/image" Target="../media/image40.png"/><Relationship Id="rId12" Type="http://schemas.openxmlformats.org/officeDocument/2006/relationships/tags" Target="../tags/tag818.xml"/><Relationship Id="rId11" Type="http://schemas.openxmlformats.org/officeDocument/2006/relationships/tags" Target="../tags/tag817.xml"/><Relationship Id="rId10" Type="http://schemas.openxmlformats.org/officeDocument/2006/relationships/tags" Target="../tags/tag816.xml"/><Relationship Id="rId1" Type="http://schemas.openxmlformats.org/officeDocument/2006/relationships/tags" Target="../tags/tag807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828.xml"/><Relationship Id="rId8" Type="http://schemas.openxmlformats.org/officeDocument/2006/relationships/tags" Target="../tags/tag827.xml"/><Relationship Id="rId7" Type="http://schemas.openxmlformats.org/officeDocument/2006/relationships/tags" Target="../tags/tag826.xml"/><Relationship Id="rId6" Type="http://schemas.openxmlformats.org/officeDocument/2006/relationships/tags" Target="../tags/tag825.xml"/><Relationship Id="rId5" Type="http://schemas.openxmlformats.org/officeDocument/2006/relationships/tags" Target="../tags/tag824.xml"/><Relationship Id="rId4" Type="http://schemas.openxmlformats.org/officeDocument/2006/relationships/tags" Target="../tags/tag823.xml"/><Relationship Id="rId3" Type="http://schemas.openxmlformats.org/officeDocument/2006/relationships/tags" Target="../tags/tag822.xml"/><Relationship Id="rId2" Type="http://schemas.openxmlformats.org/officeDocument/2006/relationships/tags" Target="../tags/tag821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46.xml"/><Relationship Id="rId13" Type="http://schemas.openxmlformats.org/officeDocument/2006/relationships/tags" Target="../tags/tag832.xml"/><Relationship Id="rId12" Type="http://schemas.openxmlformats.org/officeDocument/2006/relationships/tags" Target="../tags/tag831.xml"/><Relationship Id="rId11" Type="http://schemas.openxmlformats.org/officeDocument/2006/relationships/tags" Target="../tags/tag830.xml"/><Relationship Id="rId10" Type="http://schemas.openxmlformats.org/officeDocument/2006/relationships/tags" Target="../tags/tag829.xml"/><Relationship Id="rId1" Type="http://schemas.openxmlformats.org/officeDocument/2006/relationships/tags" Target="../tags/tag820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841.xml"/><Relationship Id="rId8" Type="http://schemas.openxmlformats.org/officeDocument/2006/relationships/tags" Target="../tags/tag840.xml"/><Relationship Id="rId7" Type="http://schemas.openxmlformats.org/officeDocument/2006/relationships/tags" Target="../tags/tag839.xml"/><Relationship Id="rId6" Type="http://schemas.openxmlformats.org/officeDocument/2006/relationships/tags" Target="../tags/tag838.xml"/><Relationship Id="rId5" Type="http://schemas.openxmlformats.org/officeDocument/2006/relationships/tags" Target="../tags/tag837.xml"/><Relationship Id="rId4" Type="http://schemas.openxmlformats.org/officeDocument/2006/relationships/tags" Target="../tags/tag836.xml"/><Relationship Id="rId3" Type="http://schemas.openxmlformats.org/officeDocument/2006/relationships/tags" Target="../tags/tag835.xml"/><Relationship Id="rId2" Type="http://schemas.openxmlformats.org/officeDocument/2006/relationships/tags" Target="../tags/tag834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47.xml"/><Relationship Id="rId13" Type="http://schemas.openxmlformats.org/officeDocument/2006/relationships/tags" Target="../tags/tag845.xml"/><Relationship Id="rId12" Type="http://schemas.openxmlformats.org/officeDocument/2006/relationships/tags" Target="../tags/tag844.xml"/><Relationship Id="rId11" Type="http://schemas.openxmlformats.org/officeDocument/2006/relationships/tags" Target="../tags/tag843.xml"/><Relationship Id="rId10" Type="http://schemas.openxmlformats.org/officeDocument/2006/relationships/tags" Target="../tags/tag842.xml"/><Relationship Id="rId1" Type="http://schemas.openxmlformats.org/officeDocument/2006/relationships/tags" Target="../tags/tag833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tags" Target="../tags/tag854.xml"/><Relationship Id="rId8" Type="http://schemas.openxmlformats.org/officeDocument/2006/relationships/tags" Target="../tags/tag853.xml"/><Relationship Id="rId7" Type="http://schemas.openxmlformats.org/officeDocument/2006/relationships/tags" Target="../tags/tag852.xml"/><Relationship Id="rId6" Type="http://schemas.openxmlformats.org/officeDocument/2006/relationships/tags" Target="../tags/tag851.xml"/><Relationship Id="rId5" Type="http://schemas.openxmlformats.org/officeDocument/2006/relationships/tags" Target="../tags/tag850.xml"/><Relationship Id="rId4" Type="http://schemas.openxmlformats.org/officeDocument/2006/relationships/tags" Target="../tags/tag849.xml"/><Relationship Id="rId3" Type="http://schemas.openxmlformats.org/officeDocument/2006/relationships/tags" Target="../tags/tag848.xml"/><Relationship Id="rId2" Type="http://schemas.openxmlformats.org/officeDocument/2006/relationships/tags" Target="../tags/tag847.xml"/><Relationship Id="rId16" Type="http://schemas.openxmlformats.org/officeDocument/2006/relationships/slideLayout" Target="../slideLayouts/slideLayout7.xml"/><Relationship Id="rId15" Type="http://schemas.openxmlformats.org/officeDocument/2006/relationships/themeOverride" Target="../theme/themeOverride48.xml"/><Relationship Id="rId14" Type="http://schemas.openxmlformats.org/officeDocument/2006/relationships/tags" Target="../tags/tag858.xml"/><Relationship Id="rId13" Type="http://schemas.openxmlformats.org/officeDocument/2006/relationships/image" Target="../media/image42.png"/><Relationship Id="rId12" Type="http://schemas.openxmlformats.org/officeDocument/2006/relationships/tags" Target="../tags/tag857.xml"/><Relationship Id="rId11" Type="http://schemas.openxmlformats.org/officeDocument/2006/relationships/tags" Target="../tags/tag856.xml"/><Relationship Id="rId10" Type="http://schemas.openxmlformats.org/officeDocument/2006/relationships/tags" Target="../tags/tag855.xml"/><Relationship Id="rId1" Type="http://schemas.openxmlformats.org/officeDocument/2006/relationships/tags" Target="../tags/tag846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tags" Target="../tags/tag867.xml"/><Relationship Id="rId8" Type="http://schemas.openxmlformats.org/officeDocument/2006/relationships/tags" Target="../tags/tag866.xml"/><Relationship Id="rId7" Type="http://schemas.openxmlformats.org/officeDocument/2006/relationships/tags" Target="../tags/tag865.xml"/><Relationship Id="rId6" Type="http://schemas.openxmlformats.org/officeDocument/2006/relationships/tags" Target="../tags/tag864.xml"/><Relationship Id="rId5" Type="http://schemas.openxmlformats.org/officeDocument/2006/relationships/tags" Target="../tags/tag863.xml"/><Relationship Id="rId4" Type="http://schemas.openxmlformats.org/officeDocument/2006/relationships/tags" Target="../tags/tag862.xml"/><Relationship Id="rId3" Type="http://schemas.openxmlformats.org/officeDocument/2006/relationships/tags" Target="../tags/tag861.xml"/><Relationship Id="rId2" Type="http://schemas.openxmlformats.org/officeDocument/2006/relationships/tags" Target="../tags/tag860.xml"/><Relationship Id="rId17" Type="http://schemas.openxmlformats.org/officeDocument/2006/relationships/slideLayout" Target="../slideLayouts/slideLayout7.xml"/><Relationship Id="rId16" Type="http://schemas.openxmlformats.org/officeDocument/2006/relationships/themeOverride" Target="../theme/themeOverride49.xml"/><Relationship Id="rId15" Type="http://schemas.openxmlformats.org/officeDocument/2006/relationships/tags" Target="../tags/tag871.xml"/><Relationship Id="rId14" Type="http://schemas.openxmlformats.org/officeDocument/2006/relationships/image" Target="../media/image44.png"/><Relationship Id="rId13" Type="http://schemas.openxmlformats.org/officeDocument/2006/relationships/image" Target="../media/image43.png"/><Relationship Id="rId12" Type="http://schemas.openxmlformats.org/officeDocument/2006/relationships/tags" Target="../tags/tag870.xml"/><Relationship Id="rId11" Type="http://schemas.openxmlformats.org/officeDocument/2006/relationships/tags" Target="../tags/tag869.xml"/><Relationship Id="rId10" Type="http://schemas.openxmlformats.org/officeDocument/2006/relationships/tags" Target="../tags/tag868.xml"/><Relationship Id="rId1" Type="http://schemas.openxmlformats.org/officeDocument/2006/relationships/tags" Target="../tags/tag859.xml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tags" Target="../tags/tag880.xml"/><Relationship Id="rId8" Type="http://schemas.openxmlformats.org/officeDocument/2006/relationships/tags" Target="../tags/tag879.xml"/><Relationship Id="rId7" Type="http://schemas.openxmlformats.org/officeDocument/2006/relationships/tags" Target="../tags/tag878.xml"/><Relationship Id="rId6" Type="http://schemas.openxmlformats.org/officeDocument/2006/relationships/tags" Target="../tags/tag877.xml"/><Relationship Id="rId5" Type="http://schemas.openxmlformats.org/officeDocument/2006/relationships/tags" Target="../tags/tag876.xml"/><Relationship Id="rId4" Type="http://schemas.openxmlformats.org/officeDocument/2006/relationships/tags" Target="../tags/tag875.xml"/><Relationship Id="rId3" Type="http://schemas.openxmlformats.org/officeDocument/2006/relationships/tags" Target="../tags/tag874.xml"/><Relationship Id="rId2" Type="http://schemas.openxmlformats.org/officeDocument/2006/relationships/tags" Target="../tags/tag873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50.xml"/><Relationship Id="rId13" Type="http://schemas.openxmlformats.org/officeDocument/2006/relationships/tags" Target="../tags/tag884.xml"/><Relationship Id="rId12" Type="http://schemas.openxmlformats.org/officeDocument/2006/relationships/tags" Target="../tags/tag883.xml"/><Relationship Id="rId11" Type="http://schemas.openxmlformats.org/officeDocument/2006/relationships/tags" Target="../tags/tag882.xml"/><Relationship Id="rId10" Type="http://schemas.openxmlformats.org/officeDocument/2006/relationships/tags" Target="../tags/tag881.xml"/><Relationship Id="rId1" Type="http://schemas.openxmlformats.org/officeDocument/2006/relationships/tags" Target="../tags/tag872.xml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tags" Target="../tags/tag893.xml"/><Relationship Id="rId8" Type="http://schemas.openxmlformats.org/officeDocument/2006/relationships/tags" Target="../tags/tag892.xml"/><Relationship Id="rId7" Type="http://schemas.openxmlformats.org/officeDocument/2006/relationships/tags" Target="../tags/tag891.xml"/><Relationship Id="rId6" Type="http://schemas.openxmlformats.org/officeDocument/2006/relationships/tags" Target="../tags/tag890.xml"/><Relationship Id="rId5" Type="http://schemas.openxmlformats.org/officeDocument/2006/relationships/tags" Target="../tags/tag889.xml"/><Relationship Id="rId4" Type="http://schemas.openxmlformats.org/officeDocument/2006/relationships/tags" Target="../tags/tag888.xml"/><Relationship Id="rId3" Type="http://schemas.openxmlformats.org/officeDocument/2006/relationships/tags" Target="../tags/tag887.xml"/><Relationship Id="rId2" Type="http://schemas.openxmlformats.org/officeDocument/2006/relationships/tags" Target="../tags/tag886.xml"/><Relationship Id="rId17" Type="http://schemas.openxmlformats.org/officeDocument/2006/relationships/slideLayout" Target="../slideLayouts/slideLayout7.xml"/><Relationship Id="rId16" Type="http://schemas.openxmlformats.org/officeDocument/2006/relationships/themeOverride" Target="../theme/themeOverride51.xml"/><Relationship Id="rId15" Type="http://schemas.openxmlformats.org/officeDocument/2006/relationships/tags" Target="../tags/tag897.xml"/><Relationship Id="rId14" Type="http://schemas.openxmlformats.org/officeDocument/2006/relationships/image" Target="../media/image46.png"/><Relationship Id="rId13" Type="http://schemas.openxmlformats.org/officeDocument/2006/relationships/image" Target="../media/image45.png"/><Relationship Id="rId12" Type="http://schemas.openxmlformats.org/officeDocument/2006/relationships/tags" Target="../tags/tag896.xml"/><Relationship Id="rId11" Type="http://schemas.openxmlformats.org/officeDocument/2006/relationships/tags" Target="../tags/tag895.xml"/><Relationship Id="rId10" Type="http://schemas.openxmlformats.org/officeDocument/2006/relationships/tags" Target="../tags/tag894.xml"/><Relationship Id="rId1" Type="http://schemas.openxmlformats.org/officeDocument/2006/relationships/tags" Target="../tags/tag885.xml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tags" Target="../tags/tag906.xml"/><Relationship Id="rId8" Type="http://schemas.openxmlformats.org/officeDocument/2006/relationships/tags" Target="../tags/tag905.xml"/><Relationship Id="rId7" Type="http://schemas.openxmlformats.org/officeDocument/2006/relationships/tags" Target="../tags/tag904.xml"/><Relationship Id="rId6" Type="http://schemas.openxmlformats.org/officeDocument/2006/relationships/tags" Target="../tags/tag903.xml"/><Relationship Id="rId5" Type="http://schemas.openxmlformats.org/officeDocument/2006/relationships/tags" Target="../tags/tag902.xml"/><Relationship Id="rId4" Type="http://schemas.openxmlformats.org/officeDocument/2006/relationships/tags" Target="../tags/tag901.xml"/><Relationship Id="rId3" Type="http://schemas.openxmlformats.org/officeDocument/2006/relationships/tags" Target="../tags/tag900.xml"/><Relationship Id="rId2" Type="http://schemas.openxmlformats.org/officeDocument/2006/relationships/tags" Target="../tags/tag899.xml"/><Relationship Id="rId17" Type="http://schemas.openxmlformats.org/officeDocument/2006/relationships/slideLayout" Target="../slideLayouts/slideLayout7.xml"/><Relationship Id="rId16" Type="http://schemas.openxmlformats.org/officeDocument/2006/relationships/themeOverride" Target="../theme/themeOverride52.xml"/><Relationship Id="rId15" Type="http://schemas.openxmlformats.org/officeDocument/2006/relationships/tags" Target="../tags/tag910.xml"/><Relationship Id="rId14" Type="http://schemas.openxmlformats.org/officeDocument/2006/relationships/image" Target="../media/image48.png"/><Relationship Id="rId13" Type="http://schemas.openxmlformats.org/officeDocument/2006/relationships/image" Target="../media/image47.png"/><Relationship Id="rId12" Type="http://schemas.openxmlformats.org/officeDocument/2006/relationships/tags" Target="../tags/tag909.xml"/><Relationship Id="rId11" Type="http://schemas.openxmlformats.org/officeDocument/2006/relationships/tags" Target="../tags/tag908.xml"/><Relationship Id="rId10" Type="http://schemas.openxmlformats.org/officeDocument/2006/relationships/tags" Target="../tags/tag907.xml"/><Relationship Id="rId1" Type="http://schemas.openxmlformats.org/officeDocument/2006/relationships/tags" Target="../tags/tag89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912.xml"/><Relationship Id="rId1" Type="http://schemas.openxmlformats.org/officeDocument/2006/relationships/tags" Target="../tags/tag911.xml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tags" Target="../tags/tag921.xml"/><Relationship Id="rId8" Type="http://schemas.openxmlformats.org/officeDocument/2006/relationships/tags" Target="../tags/tag920.xml"/><Relationship Id="rId7" Type="http://schemas.openxmlformats.org/officeDocument/2006/relationships/tags" Target="../tags/tag919.xml"/><Relationship Id="rId6" Type="http://schemas.openxmlformats.org/officeDocument/2006/relationships/tags" Target="../tags/tag918.xml"/><Relationship Id="rId5" Type="http://schemas.openxmlformats.org/officeDocument/2006/relationships/tags" Target="../tags/tag917.xml"/><Relationship Id="rId4" Type="http://schemas.openxmlformats.org/officeDocument/2006/relationships/tags" Target="../tags/tag916.xml"/><Relationship Id="rId3" Type="http://schemas.openxmlformats.org/officeDocument/2006/relationships/tags" Target="../tags/tag915.xml"/><Relationship Id="rId2" Type="http://schemas.openxmlformats.org/officeDocument/2006/relationships/tags" Target="../tags/tag914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53.xml"/><Relationship Id="rId13" Type="http://schemas.openxmlformats.org/officeDocument/2006/relationships/tags" Target="../tags/tag925.xml"/><Relationship Id="rId12" Type="http://schemas.openxmlformats.org/officeDocument/2006/relationships/tags" Target="../tags/tag924.xml"/><Relationship Id="rId11" Type="http://schemas.openxmlformats.org/officeDocument/2006/relationships/tags" Target="../tags/tag923.xml"/><Relationship Id="rId10" Type="http://schemas.openxmlformats.org/officeDocument/2006/relationships/tags" Target="../tags/tag922.xml"/><Relationship Id="rId1" Type="http://schemas.openxmlformats.org/officeDocument/2006/relationships/tags" Target="../tags/tag913.xml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tags" Target="../tags/tag934.xml"/><Relationship Id="rId8" Type="http://schemas.openxmlformats.org/officeDocument/2006/relationships/tags" Target="../tags/tag933.xml"/><Relationship Id="rId7" Type="http://schemas.openxmlformats.org/officeDocument/2006/relationships/tags" Target="../tags/tag932.xml"/><Relationship Id="rId6" Type="http://schemas.openxmlformats.org/officeDocument/2006/relationships/tags" Target="../tags/tag931.xml"/><Relationship Id="rId5" Type="http://schemas.openxmlformats.org/officeDocument/2006/relationships/tags" Target="../tags/tag930.xml"/><Relationship Id="rId4" Type="http://schemas.openxmlformats.org/officeDocument/2006/relationships/tags" Target="../tags/tag929.xml"/><Relationship Id="rId3" Type="http://schemas.openxmlformats.org/officeDocument/2006/relationships/tags" Target="../tags/tag928.xml"/><Relationship Id="rId2" Type="http://schemas.openxmlformats.org/officeDocument/2006/relationships/tags" Target="../tags/tag927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54.xml"/><Relationship Id="rId13" Type="http://schemas.openxmlformats.org/officeDocument/2006/relationships/tags" Target="../tags/tag938.xml"/><Relationship Id="rId12" Type="http://schemas.openxmlformats.org/officeDocument/2006/relationships/tags" Target="../tags/tag937.xml"/><Relationship Id="rId11" Type="http://schemas.openxmlformats.org/officeDocument/2006/relationships/tags" Target="../tags/tag936.xml"/><Relationship Id="rId10" Type="http://schemas.openxmlformats.org/officeDocument/2006/relationships/tags" Target="../tags/tag935.xml"/><Relationship Id="rId1" Type="http://schemas.openxmlformats.org/officeDocument/2006/relationships/tags" Target="../tags/tag926.xml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tags" Target="../tags/tag947.xml"/><Relationship Id="rId8" Type="http://schemas.openxmlformats.org/officeDocument/2006/relationships/tags" Target="../tags/tag946.xml"/><Relationship Id="rId7" Type="http://schemas.openxmlformats.org/officeDocument/2006/relationships/tags" Target="../tags/tag945.xml"/><Relationship Id="rId6" Type="http://schemas.openxmlformats.org/officeDocument/2006/relationships/tags" Target="../tags/tag944.xml"/><Relationship Id="rId5" Type="http://schemas.openxmlformats.org/officeDocument/2006/relationships/tags" Target="../tags/tag943.xml"/><Relationship Id="rId4" Type="http://schemas.openxmlformats.org/officeDocument/2006/relationships/tags" Target="../tags/tag942.xml"/><Relationship Id="rId3" Type="http://schemas.openxmlformats.org/officeDocument/2006/relationships/tags" Target="../tags/tag941.xml"/><Relationship Id="rId2" Type="http://schemas.openxmlformats.org/officeDocument/2006/relationships/tags" Target="../tags/tag940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55.xml"/><Relationship Id="rId13" Type="http://schemas.openxmlformats.org/officeDocument/2006/relationships/tags" Target="../tags/tag951.xml"/><Relationship Id="rId12" Type="http://schemas.openxmlformats.org/officeDocument/2006/relationships/tags" Target="../tags/tag950.xml"/><Relationship Id="rId11" Type="http://schemas.openxmlformats.org/officeDocument/2006/relationships/tags" Target="../tags/tag949.xml"/><Relationship Id="rId10" Type="http://schemas.openxmlformats.org/officeDocument/2006/relationships/tags" Target="../tags/tag948.xml"/><Relationship Id="rId1" Type="http://schemas.openxmlformats.org/officeDocument/2006/relationships/tags" Target="../tags/tag939.xml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tags" Target="../tags/tag960.xml"/><Relationship Id="rId8" Type="http://schemas.openxmlformats.org/officeDocument/2006/relationships/tags" Target="../tags/tag959.xml"/><Relationship Id="rId7" Type="http://schemas.openxmlformats.org/officeDocument/2006/relationships/tags" Target="../tags/tag958.xml"/><Relationship Id="rId6" Type="http://schemas.openxmlformats.org/officeDocument/2006/relationships/tags" Target="../tags/tag957.xml"/><Relationship Id="rId5" Type="http://schemas.openxmlformats.org/officeDocument/2006/relationships/tags" Target="../tags/tag956.xml"/><Relationship Id="rId4" Type="http://schemas.openxmlformats.org/officeDocument/2006/relationships/tags" Target="../tags/tag955.xml"/><Relationship Id="rId3" Type="http://schemas.openxmlformats.org/officeDocument/2006/relationships/tags" Target="../tags/tag954.xml"/><Relationship Id="rId2" Type="http://schemas.openxmlformats.org/officeDocument/2006/relationships/tags" Target="../tags/tag953.xml"/><Relationship Id="rId17" Type="http://schemas.openxmlformats.org/officeDocument/2006/relationships/slideLayout" Target="../slideLayouts/slideLayout7.xml"/><Relationship Id="rId16" Type="http://schemas.openxmlformats.org/officeDocument/2006/relationships/themeOverride" Target="../theme/themeOverride56.xml"/><Relationship Id="rId15" Type="http://schemas.openxmlformats.org/officeDocument/2006/relationships/tags" Target="../tags/tag964.xml"/><Relationship Id="rId14" Type="http://schemas.openxmlformats.org/officeDocument/2006/relationships/image" Target="../media/image50.png"/><Relationship Id="rId13" Type="http://schemas.openxmlformats.org/officeDocument/2006/relationships/image" Target="../media/image49.png"/><Relationship Id="rId12" Type="http://schemas.openxmlformats.org/officeDocument/2006/relationships/tags" Target="../tags/tag963.xml"/><Relationship Id="rId11" Type="http://schemas.openxmlformats.org/officeDocument/2006/relationships/tags" Target="../tags/tag962.xml"/><Relationship Id="rId10" Type="http://schemas.openxmlformats.org/officeDocument/2006/relationships/tags" Target="../tags/tag961.xml"/><Relationship Id="rId1" Type="http://schemas.openxmlformats.org/officeDocument/2006/relationships/tags" Target="../tags/tag952.xml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tags" Target="../tags/tag973.xml"/><Relationship Id="rId8" Type="http://schemas.openxmlformats.org/officeDocument/2006/relationships/tags" Target="../tags/tag972.xml"/><Relationship Id="rId7" Type="http://schemas.openxmlformats.org/officeDocument/2006/relationships/tags" Target="../tags/tag971.xml"/><Relationship Id="rId6" Type="http://schemas.openxmlformats.org/officeDocument/2006/relationships/tags" Target="../tags/tag970.xml"/><Relationship Id="rId5" Type="http://schemas.openxmlformats.org/officeDocument/2006/relationships/tags" Target="../tags/tag969.xml"/><Relationship Id="rId4" Type="http://schemas.openxmlformats.org/officeDocument/2006/relationships/tags" Target="../tags/tag968.xml"/><Relationship Id="rId3" Type="http://schemas.openxmlformats.org/officeDocument/2006/relationships/tags" Target="../tags/tag967.xml"/><Relationship Id="rId2" Type="http://schemas.openxmlformats.org/officeDocument/2006/relationships/tags" Target="../tags/tag966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57.xml"/><Relationship Id="rId13" Type="http://schemas.openxmlformats.org/officeDocument/2006/relationships/tags" Target="../tags/tag977.xml"/><Relationship Id="rId12" Type="http://schemas.openxmlformats.org/officeDocument/2006/relationships/tags" Target="../tags/tag976.xml"/><Relationship Id="rId11" Type="http://schemas.openxmlformats.org/officeDocument/2006/relationships/tags" Target="../tags/tag975.xml"/><Relationship Id="rId10" Type="http://schemas.openxmlformats.org/officeDocument/2006/relationships/tags" Target="../tags/tag974.xml"/><Relationship Id="rId1" Type="http://schemas.openxmlformats.org/officeDocument/2006/relationships/tags" Target="../tags/tag96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979.xml"/><Relationship Id="rId1" Type="http://schemas.openxmlformats.org/officeDocument/2006/relationships/tags" Target="../tags/tag978.xml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tags" Target="../tags/tag988.xml"/><Relationship Id="rId8" Type="http://schemas.openxmlformats.org/officeDocument/2006/relationships/tags" Target="../tags/tag987.xml"/><Relationship Id="rId7" Type="http://schemas.openxmlformats.org/officeDocument/2006/relationships/tags" Target="../tags/tag986.xml"/><Relationship Id="rId6" Type="http://schemas.openxmlformats.org/officeDocument/2006/relationships/tags" Target="../tags/tag985.xml"/><Relationship Id="rId5" Type="http://schemas.openxmlformats.org/officeDocument/2006/relationships/tags" Target="../tags/tag984.xml"/><Relationship Id="rId4" Type="http://schemas.openxmlformats.org/officeDocument/2006/relationships/tags" Target="../tags/tag983.xml"/><Relationship Id="rId3" Type="http://schemas.openxmlformats.org/officeDocument/2006/relationships/tags" Target="../tags/tag982.xml"/><Relationship Id="rId2" Type="http://schemas.openxmlformats.org/officeDocument/2006/relationships/tags" Target="../tags/tag981.xml"/><Relationship Id="rId15" Type="http://schemas.openxmlformats.org/officeDocument/2006/relationships/slideLayout" Target="../slideLayouts/slideLayout7.xml"/><Relationship Id="rId14" Type="http://schemas.openxmlformats.org/officeDocument/2006/relationships/themeOverride" Target="../theme/themeOverride58.xml"/><Relationship Id="rId13" Type="http://schemas.openxmlformats.org/officeDocument/2006/relationships/tags" Target="../tags/tag992.xml"/><Relationship Id="rId12" Type="http://schemas.openxmlformats.org/officeDocument/2006/relationships/tags" Target="../tags/tag991.xml"/><Relationship Id="rId11" Type="http://schemas.openxmlformats.org/officeDocument/2006/relationships/tags" Target="../tags/tag990.xml"/><Relationship Id="rId10" Type="http://schemas.openxmlformats.org/officeDocument/2006/relationships/tags" Target="../tags/tag989.xml"/><Relationship Id="rId1" Type="http://schemas.openxmlformats.org/officeDocument/2006/relationships/tags" Target="../tags/tag9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标题 3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12140" y="2760345"/>
            <a:ext cx="6820535" cy="981075"/>
          </a:xfrm>
        </p:spPr>
        <p:txBody>
          <a:bodyPr>
            <a:normAutofit/>
          </a:bodyPr>
          <a:p>
            <a:r>
              <a:rPr lang="zh-CN" altLang="en-US" dirty="0"/>
              <a:t>逆向工程分析技术</a:t>
            </a:r>
            <a:endParaRPr lang="zh-CN" altLang="en-US" dirty="0"/>
          </a:p>
        </p:txBody>
      </p:sp>
      <p:sp>
        <p:nvSpPr>
          <p:cNvPr id="35" name="副标题 3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鲁宏伟</a:t>
            </a:r>
            <a:r>
              <a:rPr lang="en-US" altLang="zh-CN"/>
              <a:t>  luhw@hust.edu.cn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占位符 34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本章结合一个具体的二进制文件示例，带着大家体会一下分析程序的过程。</a:t>
            </a:r>
            <a:endParaRPr lang="zh-CN" altLang="en-US" dirty="0"/>
          </a:p>
        </p:txBody>
      </p:sp>
      <p:sp>
        <p:nvSpPr>
          <p:cNvPr id="34" name="标题 3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一个简单程序的逆向分析</a:t>
            </a:r>
            <a:endParaRPr lang="zh-CN" altLang="en-US" dirty="0"/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2476908" y="1359469"/>
            <a:ext cx="2670628" cy="92333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zh-CN" altLang="en-US" sz="5400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第二章</a:t>
            </a:r>
            <a:endParaRPr lang="zh-CN" altLang="en-US" sz="5400" dirty="0">
              <a:solidFill>
                <a:schemeClr val="bg1"/>
              </a:solidFill>
              <a:uFillTx/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4"/>
          <p:cNvSpPr/>
          <p:nvPr/>
        </p:nvSpPr>
        <p:spPr>
          <a:xfrm>
            <a:off x="745490" y="1786255"/>
            <a:ext cx="1011047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这里准备了一个简单的程序，程序的目标是通过对其进行逆向分析，获取需要输入的字符串，了解CTF（Catpure The Flag）比赛的应该比较熟悉，该示例就是一个比赛的题目，目标是获取程序中隐藏的“Flag”。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3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69540" y="2469515"/>
            <a:ext cx="6871335" cy="1064895"/>
          </a:xfrm>
        </p:spPr>
        <p:txBody>
          <a:bodyPr>
            <a:normAutofit/>
          </a:bodyPr>
          <a:lstStyle/>
          <a:p>
            <a:r>
              <a:rPr sz="4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观察程序的行为</a:t>
            </a:r>
            <a:endParaRPr sz="4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4"/>
          <p:cNvSpPr/>
          <p:nvPr/>
        </p:nvSpPr>
        <p:spPr>
          <a:xfrm>
            <a:off x="899160" y="1156335"/>
            <a:ext cx="10110470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在分析一个程序之前，需要首先对程序的运行环境，比如操作系统（Windows或Linux，再或者Android）以及32位程序还是64位程序。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不同操作系统平台下运行的程序文件结构有很大的不同，我们可以通过查看文件结构了解程序运行的平台。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例如，运行在Windows平台的exe文件，通常被称为PE文件，而运行在Linux平台的exe文件则称为ELF文件，而Android程序则可以直接通过程序的后缀进行判断。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4"/>
          <p:cNvSpPr/>
          <p:nvPr/>
        </p:nvSpPr>
        <p:spPr>
          <a:xfrm>
            <a:off x="813435" y="891540"/>
            <a:ext cx="10110470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本章的示例是一个Windows程序。对于这个一个程序文件，如何判断它是32位程序还是64位程序呢。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32位Windows系统，一个64位程序是不能运行的，这样个通过系统的提示，就可以判断程序的类型。如果是64位操作系统，则可以通过反汇编工具查看程序中对应指令使用的寄存器进行判断。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有些工具会分别提供32位和64位分析版本，比如IDA Pro中32位版本程序为ida.exe，而64位程序为ida64.exe。对于一个64位程序，直接用ida.exe打开时，工具会给出相应的提示。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4"/>
          <p:cNvSpPr/>
          <p:nvPr/>
        </p:nvSpPr>
        <p:spPr>
          <a:xfrm>
            <a:off x="813435" y="891540"/>
            <a:ext cx="1011047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先来运行一下程序，这是一个Windows控制台程序（Console Application），需要先运行cmd程序，然后运行该程序（程序文件名为Experient-1.exe）。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76070" y="2762250"/>
            <a:ext cx="7594600" cy="1188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76070" y="4286885"/>
            <a:ext cx="7615555" cy="136715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3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69540" y="2469515"/>
            <a:ext cx="6871335" cy="1064895"/>
          </a:xfrm>
        </p:spPr>
        <p:txBody>
          <a:bodyPr>
            <a:normAutofit/>
          </a:bodyPr>
          <a:lstStyle/>
          <a:p>
            <a:r>
              <a:rPr sz="4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静态分析</a:t>
            </a:r>
            <a:endParaRPr lang="zh-CN" altLang="en-US" sz="4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690" y="1156335"/>
            <a:ext cx="6146165" cy="38531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9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2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3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014095"/>
            <a:ext cx="4837430" cy="52959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40000"/>
              </a:lnSpc>
              <a:spcBef>
                <a:spcPts val="0"/>
              </a:spcBef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观察了程序的行为，接下来需要弄清楚应该输入什么内容，才会出现输入正确的提示。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atinLnBrk="0">
              <a:lnSpc>
                <a:spcPct val="140000"/>
              </a:lnSpc>
              <a:spcBef>
                <a:spcPts val="0"/>
              </a:spcBef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这是一个二进制文件，我们可以尝试用二进制文件编辑工具打开这个文件，比如用Visual Studio 2010的二进制编辑器打开文件，注意打开文件时，需要选择二进制编辑器，否则会直接运行该程序。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830560" cy="50374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要充分理解程序的逻辑，需要弄清楚文件的完整结构，这不是我们这里的重点，因为对这样一个程序，可以直接利用现有的工具对它进行分析。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二进制文件反汇编工具有很多，其中IDA Pro被认为是非常强大的工具之一。以下的分析都是基于该工具完成的。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014730"/>
            <a:ext cx="2994025" cy="531241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启动ida.exe，然后选择打开示例文件Experient-1.exe，弹出图2.5所示的窗口。窗口中，显示了三种文件格式的选择，其中第一种格式提示我们这是一个80386 PE文件。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9925" y="758825"/>
            <a:ext cx="6193155" cy="53403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>
                <a:solidFill>
                  <a:schemeClr val="tx1"/>
                </a:solidFill>
              </a:rPr>
              <a:t>寻找</a:t>
            </a:r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830560" cy="50374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我们在学习C语言的时候，已经知道每一个控制台应用程序都有一个唯一的函数main()，为什么这里显示的却不是main函数呢？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事实上，main函数只是从C语言的视角看是程序的入口，但当我们运行该程序时，是由系统中的其他函数（名称为“start”）调用main函数的，所以从汇编语言中看，main并不是程序的真正入口。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尽管如此，我们在分析程序时，还是需要从main函数入手。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问题来了，如何能够找到这个函数呢？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>
                <a:solidFill>
                  <a:schemeClr val="tx1"/>
                </a:solidFill>
              </a:rPr>
              <a:t>寻找</a:t>
            </a:r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830560" cy="50374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通常情况下，在开发程序时，编译器会产生一些对应的符号信息，同时没有特殊处理的程序中，高版本的IDA Pro能够自动识别一些标准的库函数。因而，在用IDA Pro打开程序时，通常情况下，弹出的第一个窗口就是程序入口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然而，本章要分析的目标程序Experient-1.exe，打开时弹出的第一个窗口显示的却不是main函数，而是程序的直接入口（start）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0395" y="4020820"/>
            <a:ext cx="3689985" cy="22891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>
                <a:solidFill>
                  <a:schemeClr val="tx1"/>
                </a:solidFill>
              </a:rPr>
              <a:t>寻找</a:t>
            </a:r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830560" cy="50374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在IDA Pro的界面中，最左侧窗口是“Function window”，列举了程序中所包含的所有函数名。通常情况下，IDA无法识别的函数名称其前缀为sub，后面是该函数在二进制文件的偏移地址。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47490" y="3020060"/>
            <a:ext cx="5241290" cy="322135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>
                <a:solidFill>
                  <a:schemeClr val="tx1"/>
                </a:solidFill>
              </a:rPr>
              <a:t>寻找</a:t>
            </a:r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1068685" cy="50374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Functions window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中搜索“main”，却没有找到包含“main”的函数名。产生这种结果的原因可能是程序设计者对函数名做了混淆处理。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这种情况下，如何查找程序对应的main函数呢？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一种方法是顺着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start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函数中的jmp指令，一步步地寻找。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点击图中的函数名“sub_4EAA60”，会直接跳转并弹出该函数代码窗口。然后，顺着调用的路径逐一点击，去寻找可能的main函数程序指令代码。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然而，随着路径的深入，我们会发现分支越来越多，使得确定main函数相关指令变得异常困难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>
                <a:solidFill>
                  <a:schemeClr val="tx1"/>
                </a:solidFill>
              </a:rPr>
              <a:t>寻找</a:t>
            </a:r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830560" cy="50374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IDA Pro提供了获取程序CFG（C</a:t>
            </a:r>
            <a:r>
              <a:rPr 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ontrol Flow</a:t>
            </a: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Graph）的工具，能够帮助我们获取完整的函数调用关系图。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“Xrefs graph to…”指的是调用该函数的父函数以及“祖先”，而“Xrefs graph from…”指的是该函数调用的子函数以及“子孙”。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370" y="3619500"/>
            <a:ext cx="10612755" cy="255143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>
                <a:solidFill>
                  <a:schemeClr val="tx1"/>
                </a:solidFill>
              </a:rPr>
              <a:t>寻找</a:t>
            </a:r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830560" cy="50374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示例中的函数不是特别多的情况下，已经让初次接触逆向分析的</a:t>
            </a: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同学感到</a:t>
            </a: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头疼了吧！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IDA提供的这个工具能够对CFG进行放大显示，这样能够看清楚图中的函数名称以及调用关系。但即便如此，众多的函数中，哪个才是main函数呢？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370" y="3619500"/>
            <a:ext cx="10612755" cy="255143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>
                <a:solidFill>
                  <a:schemeClr val="tx1"/>
                </a:solidFill>
              </a:rPr>
              <a:t>寻找</a:t>
            </a:r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830560" cy="50374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追踪到sub_4EA730，我们发现它竟然直接调用了十几个函数，这使得我们定位main函数陷入了困境。这意味着这种寻求main函数的方法不是一种可行的方法。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程序运行后，会显示字符串“Please Input:”，根据常识，这个显示输入的代码应该是在main函数中的。如果能够在反汇编的程序代码中找到这个字符串，就能够定位main函数。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>
                <a:solidFill>
                  <a:schemeClr val="tx1"/>
                </a:solidFill>
              </a:rPr>
              <a:t>寻找</a:t>
            </a:r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830560" cy="18205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在IDA Pro中通过热键“shift+F12”，弹出窗口“Strings window”，窗口中列举了程序代码中所有的字符串，按“CTR+F”搜索“Please Input:”，可以定位到该字符串出现的偏移地址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12645" y="3072130"/>
            <a:ext cx="8822055" cy="191897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>
                <a:solidFill>
                  <a:schemeClr val="tx1"/>
                </a:solidFill>
              </a:rPr>
              <a:t>寻找</a:t>
            </a:r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830560" cy="74168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点击图中的字符串“Please Input:”，即可跳转到引用该字符串的位置。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0750" y="1915160"/>
            <a:ext cx="6791960" cy="1477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0760" y="3787140"/>
            <a:ext cx="9582150" cy="179895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5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>
                <a:solidFill>
                  <a:schemeClr val="tx1"/>
                </a:solidFill>
              </a:rPr>
              <a:t>寻找</a:t>
            </a:r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830560" cy="1123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图中，“.rdata”表示字符串定义在汇编程序代码的只读数据段。点击图中④处的函数名，即可直接跳转到引用该字符串的程序代码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2" name="图片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625" y="2413635"/>
            <a:ext cx="9582150" cy="1798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3435" y="2797810"/>
            <a:ext cx="6998335" cy="35121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5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830560" cy="50374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为了获取flag，需要对函数的运行逻辑进行分析。面对图中的汇编代码，虽然指令不是特别复杂，但从可读性而言，如果能够将其进一步反编译成C语言代码，会更有利于对程序的运行逻辑进行分析。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幸运的是，IDA Pro中包含了Hex-Rays反编译工具，可以方便地将汇编语言代码反编译成C代码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830560" cy="267398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回到函数sub_4A19B0，在函数体内部按“Tab”键，却提示反编译失败，失败的原因是“positive sp value has been found”，发现了“正”的sp值，这里sp指的是栈的相对偏移地址。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事实上，如果我们查看一下这个函数的尾部代码，在偏移地址 .text: 004A1A93有行红色的标记。通常情况下，IDA Pro出现红色标记，并提示“sp-analysis failed”，预示着反汇编出现了异常。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9" name="图片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1658" y="4684713"/>
            <a:ext cx="3277235" cy="14128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3465" y="1464945"/>
            <a:ext cx="4163695" cy="4613910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9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2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3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6779260" cy="515556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稍后，我们再来想办法修复这个错误。现在，反编译失败，使得我们只能以汇编语言指令为基础进行分析，但由于程序设计者特意对函数名进行了混淆，使得初次接触逆向分析的读者来说，理解这些汇编代码有点困难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为了很好地理解汇编语言代码的含义，根据</a:t>
            </a: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汇编指令</a:t>
            </a: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的观察，可以尝试编写一段简单的C代码，模拟</a:t>
            </a: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其中</a:t>
            </a: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的提示，对其进行编译后，再查看其反汇编代码。将二者进行对照，或许能够理解程序中的代码。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5740" y="2186940"/>
            <a:ext cx="7589520" cy="39160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9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2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3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5327650" cy="515556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现在我们查看一下代码2.1反汇编后的部分汇编代码。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6150" y="2529205"/>
            <a:ext cx="7589520" cy="39160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9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2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3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123805" cy="515556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对比图中的代码，基本上能够判断出来，函数sub_48CD46和sub_48C0EE对应的应该是printf_s和scanf_s。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123805" cy="515556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为了便于后面的分析，我们可以利用IDA Pro提供的工具修改一下两个函数名：鼠标右键点击需要修改的函数名称，选择“Rename”即可进行修改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39620" y="3373755"/>
            <a:ext cx="7637145" cy="83502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289685"/>
            <a:ext cx="10123805" cy="515556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函数和变量名称修改后的结果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2" name="图片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78355" y="2002155"/>
            <a:ext cx="8248650" cy="39433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088390"/>
            <a:ext cx="5632450" cy="34842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为了便于理解，把unk_5F3068修改为“in_str”，实际上，它对应于需要输入的“flag”。可以推断出函数sub_48A9A6应该是获取输入字符串in_str的长度。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对程序的逻辑进一步分析，接下来是对字符串长度进行检测，如果大于30（1Eh）或者小于10（0Ah），就退出，也就是说“flag”的长度应该在10和30之间。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4" name="图片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30290" y="2312670"/>
            <a:ext cx="5622290" cy="327342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088390"/>
            <a:ext cx="10713085" cy="34842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以下重点分析偏移地址text:004A1A30到text:004A1A7E之间的代码。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注意到图2.21中④，函数sub_48E5BF的输入分别是dword_5F3088、1Eh和in_str（按照C调用约定，函数调用时，应该自右向左将参数压入栈中）。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那么这个函数的作用是什么呢？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6660" y="3762375"/>
            <a:ext cx="9496425" cy="1430655"/>
          </a:xfrm>
          <a:prstGeom prst="rect">
            <a:avLst/>
          </a:prstGeom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088390"/>
            <a:ext cx="10713085" cy="139509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跟踪一下函数sub_48E5BF（鼠标左键点击该函数名），会跳转到函数sub_5479E0，然后在该函数体内按“Tab”键，显示其伪代码。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5" name="图片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0920" y="2387600"/>
            <a:ext cx="6737350" cy="376491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088390"/>
            <a:ext cx="10713085" cy="15576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这段代码确认了前面的判断，即函数sub_48E5BF仅仅是将in_str的内容复制到变量dword_5F3088中，然后对dword_5F3088中的内容（相当于in_str）进行分析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6" name="图片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8035" y="2810510"/>
            <a:ext cx="7387590" cy="34232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088390"/>
            <a:ext cx="10713085" cy="15576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图中对输入的第8个字符的值进行判断，如果是字符A，则跳转到.text:004A1A70继续进行处理（图中⑤），否则执行到.text:004A1A6</a:t>
            </a:r>
            <a:r>
              <a:rPr 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退出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6" name="图片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8035" y="2810510"/>
            <a:ext cx="7387590" cy="34232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088390"/>
            <a:ext cx="10713085" cy="15576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图中</a:t>
            </a: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的代码实际上就是把dword_5F3088作为参数传递给函数sub_48D3A4进行处理，所以下面重点分析该函数。点击该函数名，然后中间的连接可以跳转到sub_49DBD0，在函数体内按“Tab”键，显示其伪代码</a:t>
            </a:r>
            <a:endParaRPr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6" name="图片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8035" y="2810510"/>
            <a:ext cx="7387590" cy="34232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683260" y="1088390"/>
            <a:ext cx="10713085" cy="108839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点击该函数名，然后中间的连接可以跳转到sub_49DBD0，在函数体内按“Tab”键，显示其伪代码</a:t>
            </a: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。变量a1即为dword_5F3088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7" name="图片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41625" y="2208530"/>
            <a:ext cx="6777990" cy="207200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654050" y="4312920"/>
            <a:ext cx="10713085" cy="21101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继续跟踪函数sub_48D935的伪码（鼠标左键点击函数名），sub_48D935(1, a1, xmm0_4_0)→sub_4EA470(a1, result, _XMM0_4)。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通过分析sub_4EA470的伪码，我们会发现sub_48D935没有再对dword_5F3088做进一步的处理。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264920"/>
            <a:ext cx="10713085" cy="21101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继续跟踪函数sub_48D935的伪码（鼠标左键点击函数名），sub_48D935(1, a1, xmm0_4_0)→sub_4EA470(a1, result, _XMM0_4)。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通过分析sub_4EA470的伪码，我们会发现sub_48D935没有再对dword_5F3088做进一步的处理。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74925" y="3551555"/>
            <a:ext cx="6870700" cy="2649855"/>
          </a:xfrm>
          <a:prstGeom prst="rect">
            <a:avLst/>
          </a:prstGeom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</a:rPr>
              <a:t>main</a:t>
            </a:r>
            <a:r>
              <a:rPr lang="zh-CN" altLang="en-US">
                <a:solidFill>
                  <a:schemeClr val="tx1"/>
                </a:solidFill>
              </a:rPr>
              <a:t>函数分析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264920"/>
            <a:ext cx="10713085" cy="348996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分析到这里，我们只是知道输入的第8个字符必须是‘A’，长度要在10~30之间，其次就是对输入的字符串做了一次异或运算（在此之前，将第8个字符替换为‘#’）。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根据异或运算的特点，对异或运算后的字符串再做一次同样的异或操作，就能够还原该字符串，然而，“flag”究竟应该是什么，仅靠这些信息是不够的。似乎陷入了困境！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dword_5F3088</a:t>
            </a:r>
            <a:r>
              <a:rPr lang="zh-CN" altLang="en-US">
                <a:solidFill>
                  <a:schemeClr val="tx1"/>
                </a:solidFill>
              </a:rPr>
              <a:t>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264920"/>
            <a:ext cx="10713085" cy="27908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根据前述的分析，关键在于dword_5F3088。现在，重新回到前面的代码⑤处，需要知道除了该处对该变量的处理，是否还有其他我们之前没有分析到的地方对它做了一些处理。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IDA Pro提供了对显示变量或者函数交叉引用列表的功能。图2.23中的代码⑤处右键点击变量名dword_5F3088，弹出引用该变量的列表（窗口）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dword_5F3088</a:t>
            </a:r>
            <a:r>
              <a:rPr lang="zh-CN" altLang="en-US">
                <a:solidFill>
                  <a:schemeClr val="tx1"/>
                </a:solidFill>
              </a:rPr>
              <a:t>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264920"/>
            <a:ext cx="10713085" cy="1228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IDA Pro提供了对显示变量或者函数交叉引用列表的功能。图中的代码⑤处右键点击变量名dword_5F3088，弹出引用该变量的列表（窗口）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0" name="图片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12315" y="2493645"/>
            <a:ext cx="806069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图片 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22370" y="3510915"/>
            <a:ext cx="7493635" cy="207518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5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dword_5F3088</a:t>
            </a:r>
            <a:r>
              <a:rPr lang="zh-CN" altLang="en-US">
                <a:solidFill>
                  <a:schemeClr val="tx1"/>
                </a:solidFill>
              </a:rPr>
              <a:t>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264920"/>
            <a:ext cx="10713085" cy="50450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到图中“引用3”实际上就是main函数（sub_sub_4A19B0），前面已经分析过了，所以应重点关注“引用1”（sub_495810）和“引用2”（sub_49DC80）。点击“引用1”，跳转到引用处的函数体，按“Tab”键弹出其伪码（图2.18），函数sub_48D935已经在图2.24中进行过分析，没有对变量做什么处理，因而可以忽略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1" name="图片 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02560" y="4020820"/>
            <a:ext cx="7493635" cy="207518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dword_5F3088</a:t>
            </a:r>
            <a:r>
              <a:rPr lang="zh-CN" altLang="en-US">
                <a:solidFill>
                  <a:schemeClr val="tx1"/>
                </a:solidFill>
              </a:rPr>
              <a:t>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264920"/>
            <a:ext cx="10713085" cy="50450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点击“引用1”，跳转到引用处的函数体，按“Tab”键弹出其伪码，函数sub_48D935已经在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前面</a:t>
            </a: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进行过分析，没有对变量做什么处理，因而可以忽略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2" name="图片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99790" y="3038475"/>
            <a:ext cx="5220970" cy="254762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dword_5F3088</a:t>
            </a:r>
            <a:r>
              <a:rPr lang="zh-CN" altLang="en-US">
                <a:solidFill>
                  <a:schemeClr val="tx1"/>
                </a:solidFill>
              </a:rPr>
              <a:t>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264920"/>
            <a:ext cx="10713085" cy="12109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下面分析“引用2”，类似地可以得到函数sub_49DC80的伪码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在图中有两个小于128的整数，为了更方便地分析，可以修改其显示方式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3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625" y="2584450"/>
            <a:ext cx="5573395" cy="3524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图片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27015" y="3242310"/>
            <a:ext cx="6425565" cy="14116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5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dword_5F3088</a:t>
            </a:r>
            <a:r>
              <a:rPr lang="zh-CN" altLang="en-US">
                <a:solidFill>
                  <a:schemeClr val="tx1"/>
                </a:solidFill>
              </a:rPr>
              <a:t>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264920"/>
            <a:ext cx="10713085" cy="8966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选择“char”得到图中的结果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4" name="图片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840" y="1986280"/>
            <a:ext cx="6425565" cy="141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04510" y="2588895"/>
            <a:ext cx="6490970" cy="32639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5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9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2275" y="1419860"/>
            <a:ext cx="6490970" cy="32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9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2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3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dword_5F3088</a:t>
            </a:r>
            <a:r>
              <a:rPr lang="zh-CN" altLang="en-US">
                <a:solidFill>
                  <a:schemeClr val="tx1"/>
                </a:solidFill>
              </a:rPr>
              <a:t>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264920"/>
            <a:ext cx="4996815" cy="510413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图中，注意到对输入变量a1（实际上是个char *）做了一次异或处理，然后调用函数sub_48DB42对a1和dword_5F3088进行处理，如果函数返回值为0，会调用后面的函数sub_48B4AA，从字符‘o’和‘k’来看，该函数应该类似于printf_s的操作。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latinLnBrk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重点来了，函数sub_48DB42对两个参数做了什么处理？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dword_5F3088</a:t>
            </a:r>
            <a:r>
              <a:rPr lang="zh-CN" altLang="en-US">
                <a:solidFill>
                  <a:schemeClr val="tx1"/>
                </a:solidFill>
              </a:rPr>
              <a:t>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264920"/>
            <a:ext cx="4996815" cy="510413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跟踪这个函数sub_48DB42→sub_547DE0，分析函数sub_547DE0的伪码，其核心的代码段如图所示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6" name="图片 3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45480" y="701675"/>
            <a:ext cx="5289550" cy="55276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dword_5F3088</a:t>
            </a:r>
            <a:r>
              <a:rPr lang="zh-CN" altLang="en-US">
                <a:solidFill>
                  <a:schemeClr val="tx1"/>
                </a:solidFill>
              </a:rPr>
              <a:t>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264920"/>
            <a:ext cx="4996815" cy="510413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分析图中的核心代码，尽管程序设计者为了迷惑分析者对代码进行了一些处理，我们依然能够判断出来，该函数的作用就是对两个char型指针变量（对应两个字符串）进行比较，查看其是否相同，相同则返回0，否则返回1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6" name="图片 3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45480" y="701675"/>
            <a:ext cx="5289550" cy="55276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a1</a:t>
            </a:r>
            <a:r>
              <a:rPr lang="zh-CN" altLang="en-US">
                <a:solidFill>
                  <a:schemeClr val="tx1"/>
                </a:solidFill>
              </a:rPr>
              <a:t>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264920"/>
            <a:ext cx="10713085" cy="17043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为了弄清楚a1的源头，可以对函数sub_49DC80的调用进行回溯，由此可以得到：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sub_49DC80(int a1)←sub_48DACA(int a1)←sub_49CEB0()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7" name="图片 3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95780" y="3058795"/>
            <a:ext cx="8022590" cy="187579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a1</a:t>
            </a:r>
            <a:r>
              <a:rPr lang="zh-CN" altLang="en-US">
                <a:solidFill>
                  <a:schemeClr val="tx1"/>
                </a:solidFill>
              </a:rPr>
              <a:t>分析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713085" cy="325501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sub_49DC80(int a1)←sub_48DACA(int a1)←sub_49CEB0()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下图显示了变量a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的源头，它源于一个字符串常量aThisIsAnExampl，点击图中的常量名，可以看到它实际上是字符串'This is an example'。那么，它是否我们要寻找的flag呢？显然不是，因为它的第8个字符为空字符，而非‘A’，而且我们从前面的分析已经知道在对a1和变量dword_5F3088进行比较时，还对二者进行了异或运算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3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18005" y="4329430"/>
            <a:ext cx="7975600" cy="206756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获取</a:t>
            </a:r>
            <a:r>
              <a:rPr lang="en-US" altLang="zh-CN" sz="2800">
                <a:solidFill>
                  <a:schemeClr val="tx1"/>
                </a:solidFill>
              </a:rPr>
              <a:t>flag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713085" cy="325501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通过前面的分析，我们知道了经过处理后的字符串dword_5F3088要等于常量字符串aThisIsAnExampl（即'This is an example'），那么只要按照以下步骤反向处理就能够得到目标字符串flag：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1" latinLnBrk="0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ü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Step1：将'This is an example'与0x1C异或；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1" latinLnBrk="0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ü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Step2：上述结果与0x1F进行异或；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1" latinLnBrk="0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ü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Step3：将上述结果的第8个字符替换为“A”。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编写脚本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713085" cy="88201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直接利用IDA Pro提供的脚本工具完成这一操作。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IDA Pro提供了两种处理脚本的方式，一种是打开预先编写的脚本，另一种是通过脚本编辑窗口临时编写脚本。考虑到我们要处理的工作比较简单，这里采用第二种方式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1" name="图片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37280" y="2894330"/>
            <a:ext cx="7821295" cy="341566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编写脚本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713085" cy="88201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考虑到我们要处理的工作比较简单，这里采用第二种方式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0" name="图片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95015" y="1777365"/>
            <a:ext cx="6297930" cy="43961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编写脚本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713085" cy="171513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IDA Pro选择了两种编写脚本的语言，一种是IDC，另一种是Python。前者是一种类似C语言的脚本，后者是比较流行的脚本语言。这里采用Python脚本，如图所示。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9" name="图片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11295" y="2106930"/>
            <a:ext cx="6027420" cy="420306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编写脚本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713085" cy="1122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点击图中的“Run”，可以在IDA Pro左下角看到“Output window”窗口，显示运行结果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2" name="图片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69310" y="2395220"/>
            <a:ext cx="4858385" cy="10426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739140" y="3750945"/>
            <a:ext cx="10713085" cy="1122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现在，我们在提示中输入得到的结果：WkjpAjpAbmAf{bnsof，得到下图的结果，没任何提示，为什么？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3" name="图片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69310" y="5099685"/>
            <a:ext cx="5433695" cy="90551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5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解决反编译失败问题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713085" cy="3641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重新回到函数sub_4A19B0的位置，之所以反编译失败，是因为在函数结尾处提示“sp-analysis failed”，即“sp分析失败”。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要理解失败的原因，需要先弄清楚函数调用时“栈平衡”的概念。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解决反编译失败问题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713085" cy="3641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栈是程序中一块十分重要的内存空间，程序在加载到系统中时，操作系统会根据需要为其进程分配一块临时的内存空间，用以实现进程内函数调用时参数的传递，以及保存函数内局部变量的值，X86处理器采用bp和sp（32位环境下对应为ebp和esp）维持栈的操作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在函数调用前后，需要保障两个寄存器的值不变，这就是所谓的“栈平衡”。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影响sp值的操作主要是push、pop以及add sp, imm（立即数）这些指令。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解决反编译失败问题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4195445" cy="491617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要弄清楚为什么会出现“sp分析失败”，需要分析函数内相关指令对sp的值产生了哪些影响，所以需要在“IDA View”窗口中显示出sp值的变化（缺省情况下，不会显示这些内容），这需要在IDA Option窗口中进行设置。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7" name="图片 4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78375" y="1354455"/>
            <a:ext cx="6885940" cy="4485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解决反编译失败问题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268585" cy="15811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勾选“Stack pointer”，为了后续分析，这里将“Number of opcode…”设置为6，这样在“IDA View”窗口能够显示栈指针的变化以及指令对应的机器码（opcode）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8" name="图片 4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4420" y="2573655"/>
            <a:ext cx="813562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图片 4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4600" y="4459605"/>
            <a:ext cx="7981950" cy="185039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5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解决反编译失败问题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268585" cy="46380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导致esp相对值为正值的原因与前面出现的影响esp值的一些指令有关。为了能够恢复其栈平衡，从而能够将程序反编译成C伪码，需要消除这种不平衡。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需要分析一下哪些与esp操作的指令可能导致栈平衡的破坏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注意到汇编代码中，每次执行call指令前会有若干push操作进行参数传递，完成call指令后会有一条add esp, imm（立即数），其中imm的值与push指令的个数有关，因为每执行一条push指令，esp-4（注意这是32位程序），所以imm的值等于4*n，n为push指令的个数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解决反编译失败问题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268585" cy="25495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注意到，在执行call sub_48C274指令后没有对应的add指令，但调用前有一条push指令，这就会导致破坏栈平衡。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可以在不修改程序文件长度的情况下去掉push指令。注意到push 0对应的机器码为16进制的6A 00，采用IDA Pro提供的“补丁”工具将该指令修改为空指令（机器码为0x90）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0" name="图片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050" y="3841750"/>
            <a:ext cx="5860415" cy="157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图片 5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47005" y="4304665"/>
            <a:ext cx="5762625" cy="16795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5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解决反编译失败问题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268585" cy="7766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去掉几处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push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指令后，我们发现错误提示消失了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3" name="图片 5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0905" y="1851025"/>
            <a:ext cx="6863715" cy="299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图片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7475" y="1911350"/>
            <a:ext cx="4154170" cy="432816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5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3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69540" y="2469515"/>
            <a:ext cx="6871335" cy="1070610"/>
          </a:xfrm>
        </p:spPr>
        <p:txBody>
          <a:bodyPr>
            <a:normAutofit/>
          </a:bodyPr>
          <a:lstStyle/>
          <a:p>
            <a:r>
              <a:rPr sz="4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动态分析</a:t>
            </a:r>
            <a:endParaRPr sz="4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268585" cy="46380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如果能够采用动态分析方法对程序行为进行跟踪，在结合静态分析方法能够够提高分析效率，快速地完成分析的目标。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选择调试器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268585" cy="46380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首先需要在“Debugger”窗口中选择一种调试器，这里我们选择“Local Windows debugger”。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注意，IDA似乎不支持中文路径下的文件调试，所以需要把需要分析的程序放在英文路径下。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跟踪程序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268585" cy="46380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我们的目标是要分析“main”函数，如果是能够快速定位到该函数，可以直接在函数内部设置断点。如果不能定位到该函数，就需要从IDA分析出来的入口（start）处设置断点，逐步地进行跟踪。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多数调试器设置断点的方法都差不多，对IDA而言，就是在指令左侧的圆点处鼠标左键点击一下，该行指令标红，就表示添加了断点，可以在程序中设置多个断点。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对该示例，我们将断点设置在偏移地址.text:004A19D8处，按“F9”或者在“Debugger”菜单中选择“Start process”开始运行程序。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跟踪程序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268585" cy="133286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对该示例，我们将断点设置在偏移地址.text:004A19D8处，按“F9”或者在“Debugger”菜单中选择“Start process”开始运行程序。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6" name="图片 5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0310" y="2407285"/>
            <a:ext cx="8235950" cy="174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图片 5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1110" y="2305050"/>
            <a:ext cx="6421755" cy="39058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5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跟踪程序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268585" cy="537019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可以通过快捷键“F7”（可以进入到调用的函数内部）和“F8”（逐条指令执行）对程序进行跟踪。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当我们执行完.text:001519E2处的指令“call sub_13CD46”，控制台显示“Please Input：”的提示，意味着sub_13CD46的作用相当于printf或printf_s；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执行完地址.text:001519F6处的“call sub_13C0EE”后，程序停止，等待输入，意味着sub_13C0EE的作用相当于scanf或scanf_s；参考前面的分析，在不知道具体flag的时候，输入“1234567890”，回车，然后执行完指令“call sub_13A9A6”后，观察到eax的为10（0Ah），说明sub_13A9A6返回的是输入字符串的长度。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3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69540" y="2469515"/>
            <a:ext cx="6871335" cy="1070610"/>
          </a:xfrm>
        </p:spPr>
        <p:txBody>
          <a:bodyPr>
            <a:normAutofit/>
          </a:bodyPr>
          <a:lstStyle/>
          <a:p>
            <a:r>
              <a:rPr sz="4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后记</a:t>
            </a:r>
            <a:endParaRPr sz="4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49047" y="434723"/>
            <a:ext cx="11306816" cy="6163081"/>
          </a:xfrm>
          <a:prstGeom prst="rect">
            <a:avLst/>
          </a:prstGeom>
          <a:noFill/>
          <a:ln w="41275" cmpd="sng">
            <a:solidFill>
              <a:srgbClr val="FFBD00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57458" y="282323"/>
            <a:ext cx="11306816" cy="6163081"/>
          </a:xfrm>
          <a:prstGeom prst="rect">
            <a:avLst/>
          </a:prstGeom>
          <a:noFill/>
          <a:ln w="12700">
            <a:solidFill>
              <a:srgbClr val="4700E4"/>
            </a:solidFill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 rot="10800000">
            <a:off x="23720" y="0"/>
            <a:ext cx="1229850" cy="1156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10800000">
            <a:off x="10763238" y="5419777"/>
            <a:ext cx="1229850" cy="13304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79056" y="195409"/>
            <a:ext cx="937883" cy="818399"/>
            <a:chOff x="1168400" y="1347856"/>
            <a:chExt cx="723913" cy="631688"/>
          </a:xfrm>
          <a:solidFill>
            <a:srgbClr val="FFBD00"/>
          </a:solidFill>
        </p:grpSpPr>
        <p:sp>
          <p:nvSpPr>
            <p:cNvPr id="9" name="任意多边形: 形状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FFBD00"/>
            </a:solidFill>
            <a:ln>
              <a:solidFill>
                <a:srgbClr val="FFBD00"/>
              </a:solidFill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 rot="10800000">
            <a:off x="10923371" y="5585925"/>
            <a:ext cx="829457" cy="723786"/>
            <a:chOff x="1168400" y="1347856"/>
            <a:chExt cx="723913" cy="631688"/>
          </a:xfrm>
          <a:solidFill>
            <a:srgbClr val="4700E4"/>
          </a:solidFill>
        </p:grpSpPr>
        <p:sp>
          <p:nvSpPr>
            <p:cNvPr id="15" name="任意多边形: 形状 14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rgbClr val="4700E4"/>
            </a:solidFill>
            <a:ln>
              <a:noFill/>
            </a:ln>
          </p:spPr>
          <p:style>
            <a:lnRef idx="2">
              <a:srgbClr val="FFBD00">
                <a:shade val="50000"/>
              </a:srgbClr>
            </a:lnRef>
            <a:fillRef idx="1">
              <a:srgbClr val="FFBD00"/>
            </a:fillRef>
            <a:effectRef idx="0">
              <a:srgbClr val="FFBD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497185" y="1088390"/>
            <a:ext cx="266065" cy="266065"/>
          </a:xfrm>
          <a:prstGeom prst="ellipse">
            <a:avLst/>
          </a:prstGeom>
          <a:solidFill>
            <a:srgbClr val="FFBD00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1009630" y="701675"/>
            <a:ext cx="386715" cy="386715"/>
          </a:xfrm>
          <a:prstGeom prst="ellipse">
            <a:avLst/>
          </a:prstGeom>
          <a:solidFill>
            <a:srgbClr val="4700E4"/>
          </a:solidFill>
          <a:ln>
            <a:noFill/>
          </a:ln>
        </p:spPr>
        <p:style>
          <a:lnRef idx="2">
            <a:srgbClr val="FFBD00">
              <a:shade val="50000"/>
            </a:srgbClr>
          </a:lnRef>
          <a:fillRef idx="1">
            <a:srgbClr val="FFBD00"/>
          </a:fillRef>
          <a:effectRef idx="0">
            <a:srgbClr val="FFBD00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216660" y="434975"/>
            <a:ext cx="8229600" cy="7404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思考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4050" y="1074420"/>
            <a:ext cx="10268585" cy="537019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本章结合静态和动态分析方法，最终找出了目标程序的flag。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latinLnBrk="0">
              <a:lnSpc>
                <a:spcPct val="140000"/>
              </a:lnSpc>
              <a:spcBef>
                <a:spcPts val="0"/>
              </a:spcBef>
              <a:buChar char="•"/>
            </a:pPr>
            <a:r>
              <a:rPr lang="zh-CN" sz="2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从学习的角度，还有一个问题，需要搞清楚：函数sub_49CEB0是在哪里被调用进而来初始化与dword_5F3088进行比较的变量a2的？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3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BK_DARK_LIGHT" val="1"/>
  <p:tag name="KSO_WM_SLIDE_BACKGROUND_MASK_FLAG" val="1"/>
  <p:tag name="KSO_WM_UNIT_TYPE" val="y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BK_DARK_LIGHT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BK_DARK_LIGHT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9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32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UNIT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5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840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840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840"/>
  <p:tag name="KSO_WM_TEMPLATE_MASTER_THUMB_INDEX" val="12"/>
  <p:tag name="KSO_WM_TEMPLATE_THUMBS_INDEX" val="1、4、5、7、11、12、14、16、18、19、20"/>
</p:tagLst>
</file>

<file path=ppt/tags/tag172.xml><?xml version="1.0" encoding="utf-8"?>
<p:tagLst xmlns:p="http://schemas.openxmlformats.org/presentationml/2006/main">
  <p:tag name="KSO_WM_UNIT_ISCONTENTSTITLE" val="0"/>
  <p:tag name="KSO_WM_UNIT_PRESET_TEXT" val="科技引领未来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840_1*a*1"/>
  <p:tag name="KSO_WM_TEMPLATE_CATEGORY" val="custom"/>
  <p:tag name="KSO_WM_TEMPLATE_INDEX" val="20202840"/>
  <p:tag name="KSO_WM_UNIT_LAYERLEVEL" val="1"/>
  <p:tag name="KSO_WM_TAG_VERSION" val="1.0"/>
  <p:tag name="KSO_WM_BEAUTIFY_FLAG" val="#wm#"/>
  <p:tag name="KSO_WM_UNIT_ISNUMDGMTITLE" val="0"/>
</p:tagLst>
</file>

<file path=ppt/tags/tag173.xml><?xml version="1.0" encoding="utf-8"?>
<p:tagLst xmlns:p="http://schemas.openxmlformats.org/presentationml/2006/main">
  <p:tag name="KSO_WM_UNIT_ISCONTENTSTITLE" val="0"/>
  <p:tag name="KSO_WM_UNIT_PRESET_TEXT" val="单击此处添加副标题"/>
  <p:tag name="KSO_WM_UNIT_NOCLEAR" val="0"/>
  <p:tag name="KSO_WM_UNIT_VALUE" val="2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840_1*b*1"/>
  <p:tag name="KSO_WM_TEMPLATE_CATEGORY" val="custom"/>
  <p:tag name="KSO_WM_TEMPLATE_INDEX" val="20202840"/>
  <p:tag name="KSO_WM_UNIT_LAYERLEVEL" val="1"/>
  <p:tag name="KSO_WM_TAG_VERSION" val="1.0"/>
  <p:tag name="KSO_WM_BEAUTIFY_FLAG" val="#wm#"/>
  <p:tag name="KSO_WM_UNIT_ISNUMDGMTITLE" val="0"/>
</p:tagLst>
</file>

<file path=ppt/tags/tag174.xml><?xml version="1.0" encoding="utf-8"?>
<p:tagLst xmlns:p="http://schemas.openxmlformats.org/presentationml/2006/main">
  <p:tag name="KSO_WM_SLIDE_ID" val="custom20202840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840"/>
  <p:tag name="KSO_WM_SLIDE_LAYOUT" val="a_b"/>
  <p:tag name="KSO_WM_SLIDE_LAYOUT_CNT" val="1_1"/>
  <p:tag name="KSO_WM_TEMPLATE_MASTER_THUMB_INDEX" val="12"/>
  <p:tag name="KSO_WM_TEMPLATE_THUMBS_INDEX" val="1、4、6、7、11、12、14、16、18、19、20、22"/>
  <p:tag name="KSO_WM_SPECIAL_SOURCE" val="bdnull"/>
</p:tagLst>
</file>

<file path=ppt/tags/tag175.xml><?xml version="1.0" encoding="utf-8"?>
<p:tagLst xmlns:p="http://schemas.openxmlformats.org/presentationml/2006/main">
  <p:tag name="KSO_WM_UNIT_ISCONTENTSTITLE" val="0"/>
  <p:tag name="KSO_WM_UNIT_PRESET_TEXT" val="单击此处添加文本具体内容，简明扼要的阐述您的观点。"/>
  <p:tag name="KSO_WM_UNIT_NOCLEAR" val="0"/>
  <p:tag name="KSO_WM_UNIT_VALUE" val="7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840_7*b*1"/>
  <p:tag name="KSO_WM_TEMPLATE_CATEGORY" val="custom"/>
  <p:tag name="KSO_WM_TEMPLATE_INDEX" val="20202840"/>
  <p:tag name="KSO_WM_UNIT_LAYERLEVEL" val="1"/>
  <p:tag name="KSO_WM_TAG_VERSION" val="1.0"/>
  <p:tag name="KSO_WM_BEAUTIFY_FLAG" val="#wm#"/>
  <p:tag name="KSO_WM_UNIT_ISNUMDGMTITLE" val="0"/>
</p:tagLst>
</file>

<file path=ppt/tags/tag176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840_7*a*1"/>
  <p:tag name="KSO_WM_TEMPLATE_CATEGORY" val="custom"/>
  <p:tag name="KSO_WM_TEMPLATE_INDEX" val="20202840"/>
  <p:tag name="KSO_WM_UNIT_LAYERLEVEL" val="1"/>
  <p:tag name="KSO_WM_TAG_VERSION" val="1.0"/>
  <p:tag name="KSO_WM_BEAUTIFY_FLAG" val="#wm#"/>
  <p:tag name="KSO_WM_UNIT_ISNUMDGMTITLE" val="0"/>
</p:tagLst>
</file>

<file path=ppt/tags/tag177.xml><?xml version="1.0" encoding="utf-8"?>
<p:tagLst xmlns:p="http://schemas.openxmlformats.org/presentationml/2006/main">
  <p:tag name="KSO_WM_UNIT_PRESET_TEXT" val="Part  01"/>
  <p:tag name="KSO_WM_UNIT_NOCLEAR" val="0"/>
  <p:tag name="KSO_WM_UNIT_VALUE" val="4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2840_7*e*1"/>
  <p:tag name="KSO_WM_TEMPLATE_CATEGORY" val="custom"/>
  <p:tag name="KSO_WM_TEMPLATE_INDEX" val="20202840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SLIDE_ID" val="custom20202840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2840"/>
  <p:tag name="KSO_WM_SLIDE_LAYOUT" val="a_b_e"/>
  <p:tag name="KSO_WM_SLIDE_LAYOUT_CNT" val="1_1_1"/>
  <p:tag name="KSO_WM_SPECIAL_SOURCE" val="bdnull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840_22*a*1"/>
  <p:tag name="KSO_WM_TEMPLATE_CATEGORY" val="custom"/>
  <p:tag name="KSO_WM_TEMPLATE_INDEX" val="20202840"/>
  <p:tag name="KSO_WM_UNIT_LAYERLEVEL" val="1"/>
  <p:tag name="KSO_WM_TAG_VERSION" val="1.0"/>
  <p:tag name="KSO_WM_BEAUTIFY_FLAG" val="#wm#"/>
  <p:tag name="KSO_WM_UNIT_ISCONTENTSTITLE" val="0"/>
  <p:tag name="KSO_WM_UNIT_NOCLEAR" val="1"/>
  <p:tag name="KSO_WM_UNIT_TYPE" val="a"/>
  <p:tag name="KSO_WM_UNIT_INDEX" val="1"/>
  <p:tag name="KSO_WM_UNIT_PRESET_TEXT" val="用心专业 • 客户至上"/>
  <p:tag name="KSO_WM_UNIT_ISNUMDGMTITLE" val="0"/>
</p:tagLst>
</file>

<file path=ppt/tags/tag193.xml><?xml version="1.0" encoding="utf-8"?>
<p:tagLst xmlns:p="http://schemas.openxmlformats.org/presentationml/2006/main">
  <p:tag name="KSO_WM_SLIDE_ID" val="custom20202840_22"/>
  <p:tag name="KSO_WM_TEMPLATE_SUBCATEGORY" val="0"/>
  <p:tag name="KSO_WM_TEMPLATE_MASTER_TYPE" val="1"/>
  <p:tag name="KSO_WM_TEMPLATE_COLOR_TYPE" val="1"/>
  <p:tag name="KSO_WM_SLIDE_ITEM_CNT" val="0"/>
  <p:tag name="KSO_WM_SLIDE_INDEX" val="22"/>
  <p:tag name="KSO_WM_TAG_VERSION" val="1.0"/>
  <p:tag name="KSO_WM_BEAUTIFY_FLAG" val="#wm#"/>
  <p:tag name="KSO_WM_TEMPLATE_CATEGORY" val="custom"/>
  <p:tag name="KSO_WM_TEMPLATE_INDEX" val="20202840"/>
  <p:tag name="KSO_WM_SLIDE_TYPE" val="endPage"/>
  <p:tag name="KSO_WM_SLIDE_SUBTYPE" val="pureTxt"/>
  <p:tag name="KSO_WM_SLIDE_LAYOUT" val="a_b"/>
  <p:tag name="KSO_WM_SLIDE_LAYOUT_CNT" val="1_1"/>
  <p:tag name="KSO_WM_SPECIAL_SOURCE" val="bdnull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840_22*a*1"/>
  <p:tag name="KSO_WM_TEMPLATE_CATEGORY" val="custom"/>
  <p:tag name="KSO_WM_TEMPLATE_INDEX" val="20202840"/>
  <p:tag name="KSO_WM_UNIT_LAYERLEVEL" val="1"/>
  <p:tag name="KSO_WM_TAG_VERSION" val="1.0"/>
  <p:tag name="KSO_WM_BEAUTIFY_FLAG" val="#wm#"/>
  <p:tag name="KSO_WM_UNIT_ISCONTENTSTITLE" val="0"/>
  <p:tag name="KSO_WM_UNIT_NOCLEAR" val="1"/>
  <p:tag name="KSO_WM_UNIT_TYPE" val="a"/>
  <p:tag name="KSO_WM_UNIT_INDEX" val="1"/>
  <p:tag name="KSO_WM_UNIT_PRESET_TEXT" val="用心专业 • 客户至上"/>
  <p:tag name="KSO_WM_UNIT_ISNUMDGMTITLE" val="0"/>
</p:tagLst>
</file>

<file path=ppt/tags/tag234.xml><?xml version="1.0" encoding="utf-8"?>
<p:tagLst xmlns:p="http://schemas.openxmlformats.org/presentationml/2006/main">
  <p:tag name="KSO_WM_SLIDE_ID" val="custom20202840_22"/>
  <p:tag name="KSO_WM_TEMPLATE_SUBCATEGORY" val="0"/>
  <p:tag name="KSO_WM_TEMPLATE_MASTER_TYPE" val="1"/>
  <p:tag name="KSO_WM_TEMPLATE_COLOR_TYPE" val="1"/>
  <p:tag name="KSO_WM_SLIDE_ITEM_CNT" val="0"/>
  <p:tag name="KSO_WM_SLIDE_INDEX" val="22"/>
  <p:tag name="KSO_WM_TAG_VERSION" val="1.0"/>
  <p:tag name="KSO_WM_BEAUTIFY_FLAG" val="#wm#"/>
  <p:tag name="KSO_WM_TEMPLATE_CATEGORY" val="custom"/>
  <p:tag name="KSO_WM_TEMPLATE_INDEX" val="20202840"/>
  <p:tag name="KSO_WM_SLIDE_TYPE" val="endPage"/>
  <p:tag name="KSO_WM_SLIDE_SUBTYPE" val="pureTxt"/>
  <p:tag name="KSO_WM_SLIDE_LAYOUT" val="a_b"/>
  <p:tag name="KSO_WM_SLIDE_LAYOUT_CNT" val="1_1"/>
  <p:tag name="KSO_WM_SPECIAL_SOURCE" val="bdnull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29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42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55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81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494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07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20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46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59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72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5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5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5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5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5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85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5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5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5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598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11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24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37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50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6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63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76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689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6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6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02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7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15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7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28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41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54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7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67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80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793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7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7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7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7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8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8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8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8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8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06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8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8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8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8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8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8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8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8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8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19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8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8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8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8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8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8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8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8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8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8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8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32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8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8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8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8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8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8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8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8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8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8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8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45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8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8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8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8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8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8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8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8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8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8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8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58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8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8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8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8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8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8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8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8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8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8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8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71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8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8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8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8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8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8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8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8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8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8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8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84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8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8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8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8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8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8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8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8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8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8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8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897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8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8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9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9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9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9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9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9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9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9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9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10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9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840_22*a*1"/>
  <p:tag name="KSO_WM_TEMPLATE_CATEGORY" val="custom"/>
  <p:tag name="KSO_WM_TEMPLATE_INDEX" val="20202840"/>
  <p:tag name="KSO_WM_UNIT_LAYERLEVEL" val="1"/>
  <p:tag name="KSO_WM_TAG_VERSION" val="1.0"/>
  <p:tag name="KSO_WM_BEAUTIFY_FLAG" val="#wm#"/>
  <p:tag name="KSO_WM_UNIT_ISCONTENTSTITLE" val="0"/>
  <p:tag name="KSO_WM_UNIT_NOCLEAR" val="1"/>
  <p:tag name="KSO_WM_UNIT_TYPE" val="a"/>
  <p:tag name="KSO_WM_UNIT_INDEX" val="1"/>
  <p:tag name="KSO_WM_UNIT_PRESET_TEXT" val="用心专业 • 客户至上"/>
  <p:tag name="KSO_WM_UNIT_ISNUMDGMTITLE" val="0"/>
</p:tagLst>
</file>

<file path=ppt/tags/tag912.xml><?xml version="1.0" encoding="utf-8"?>
<p:tagLst xmlns:p="http://schemas.openxmlformats.org/presentationml/2006/main">
  <p:tag name="KSO_WM_SLIDE_ID" val="custom20202840_22"/>
  <p:tag name="KSO_WM_TEMPLATE_SUBCATEGORY" val="0"/>
  <p:tag name="KSO_WM_TEMPLATE_MASTER_TYPE" val="1"/>
  <p:tag name="KSO_WM_TEMPLATE_COLOR_TYPE" val="1"/>
  <p:tag name="KSO_WM_SLIDE_ITEM_CNT" val="0"/>
  <p:tag name="KSO_WM_SLIDE_INDEX" val="22"/>
  <p:tag name="KSO_WM_TAG_VERSION" val="1.0"/>
  <p:tag name="KSO_WM_BEAUTIFY_FLAG" val="#wm#"/>
  <p:tag name="KSO_WM_TEMPLATE_CATEGORY" val="custom"/>
  <p:tag name="KSO_WM_TEMPLATE_INDEX" val="20202840"/>
  <p:tag name="KSO_WM_SLIDE_TYPE" val="endPage"/>
  <p:tag name="KSO_WM_SLIDE_SUBTYPE" val="pureTxt"/>
  <p:tag name="KSO_WM_SLIDE_LAYOUT" val="a_b"/>
  <p:tag name="KSO_WM_SLIDE_LAYOUT_CNT" val="1_1"/>
  <p:tag name="KSO_WM_SPECIAL_SOURCE" val="bdnull"/>
</p:tagLst>
</file>

<file path=ppt/tags/tag9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9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9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9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9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9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9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9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9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9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9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25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9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9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9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9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9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9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9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9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9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9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9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38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9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9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9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9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9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9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9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9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9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9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9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51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9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9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9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9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9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9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9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9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9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9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9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64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9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9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9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9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9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9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9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9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9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9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9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77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9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840_22*a*1"/>
  <p:tag name="KSO_WM_TEMPLATE_CATEGORY" val="custom"/>
  <p:tag name="KSO_WM_TEMPLATE_INDEX" val="20202840"/>
  <p:tag name="KSO_WM_UNIT_LAYERLEVEL" val="1"/>
  <p:tag name="KSO_WM_TAG_VERSION" val="1.0"/>
  <p:tag name="KSO_WM_BEAUTIFY_FLAG" val="#wm#"/>
  <p:tag name="KSO_WM_UNIT_ISCONTENTSTITLE" val="0"/>
  <p:tag name="KSO_WM_UNIT_NOCLEAR" val="1"/>
  <p:tag name="KSO_WM_UNIT_TYPE" val="a"/>
  <p:tag name="KSO_WM_UNIT_INDEX" val="1"/>
  <p:tag name="KSO_WM_UNIT_PRESET_TEXT" val="用心专业 • 客户至上"/>
  <p:tag name="KSO_WM_UNIT_ISNUMDGMTITLE" val="0"/>
</p:tagLst>
</file>

<file path=ppt/tags/tag979.xml><?xml version="1.0" encoding="utf-8"?>
<p:tagLst xmlns:p="http://schemas.openxmlformats.org/presentationml/2006/main">
  <p:tag name="KSO_WM_SLIDE_ID" val="custom20202840_22"/>
  <p:tag name="KSO_WM_TEMPLATE_SUBCATEGORY" val="0"/>
  <p:tag name="KSO_WM_TEMPLATE_MASTER_TYPE" val="1"/>
  <p:tag name="KSO_WM_TEMPLATE_COLOR_TYPE" val="1"/>
  <p:tag name="KSO_WM_SLIDE_ITEM_CNT" val="0"/>
  <p:tag name="KSO_WM_SLIDE_INDEX" val="22"/>
  <p:tag name="KSO_WM_TAG_VERSION" val="1.0"/>
  <p:tag name="KSO_WM_BEAUTIFY_FLAG" val="#wm#"/>
  <p:tag name="KSO_WM_TEMPLATE_CATEGORY" val="custom"/>
  <p:tag name="KSO_WM_TEMPLATE_INDEX" val="20202840"/>
  <p:tag name="KSO_WM_SLIDE_TYPE" val="endPage"/>
  <p:tag name="KSO_WM_SLIDE_SUBTYPE" val="pureTxt"/>
  <p:tag name="KSO_WM_SLIDE_LAYOUT" val="a_b"/>
  <p:tag name="KSO_WM_SLIDE_LAYOUT_CNT" val="1_1"/>
  <p:tag name="KSO_WM_SPECIAL_SOURCE" val="bdnull"/>
</p:tagLst>
</file>

<file path=ppt/tags/tag9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814_1*i*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</p:tagLst>
</file>

<file path=ppt/tags/tag9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194814_1*i*10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6"/>
  <p:tag name="KSO_WM_UNIT_COLOR_SCHEME_PARENT_PAGE" val="0_1"/>
</p:tagLst>
</file>

<file path=ppt/tags/tag9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7"/>
  <p:tag name="KSO_WM_UNIT_COLOR_SCHEME_PARENT_PAGE" val="0_1"/>
</p:tagLst>
</file>

<file path=ppt/tags/tag9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7"/>
  <p:tag name="KSO_WM_UNIT_COLOR_SCHEME_PARENT_PAGE" val="0_1"/>
</p:tagLst>
</file>

<file path=ppt/tags/tag9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194814_1*i*1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8"/>
  <p:tag name="KSO_WM_UNIT_COLOR_SCHEME_PARENT_PAGE" val="0_1"/>
  <p:tag name="KSO_WM_UNIT_DECOLORIZATION" val="1"/>
</p:tagLst>
</file>

<file path=ppt/tags/tag9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814_1*i*2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9"/>
  <p:tag name="KSO_WM_UNIT_COLOR_SCHEME_PARENT_PAGE" val="0_1"/>
  <p:tag name="KSO_WM_UNIT_DECOLORIZATION" val="1"/>
</p:tagLst>
</file>

<file path=ppt/tags/tag9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194814_1*i*3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0"/>
  <p:tag name="KSO_WM_UNIT_COLOR_SCHEME_PARENT_PAGE" val="0_1"/>
  <p:tag name="KSO_WM_UNIT_DECOLORIZATION" val="1"/>
</p:tagLst>
</file>

<file path=ppt/tags/tag9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194814_1*i*7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4"/>
  <p:tag name="KSO_WM_UNIT_COLOR_SCHEME_PARENT_PAGE" val="0_1"/>
</p:tagLst>
</file>

<file path=ppt/tags/tag9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194814_1*i*8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5"/>
  <p:tag name="KSO_WM_UNIT_COLOR_SCHEME_PARENT_PAGE" val="0_1"/>
</p:tagLst>
</file>

<file path=ppt/tags/tag9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194814_1*i*9"/>
  <p:tag name="KSO_WM_TEMPLATE_CATEGORY" val="diagram"/>
  <p:tag name="KSO_WM_TEMPLATE_INDEX" val="20194814"/>
  <p:tag name="KSO_WM_UNIT_LAYERLEVEL" val="1"/>
  <p:tag name="KSO_WM_TAG_VERSION" val="1.0"/>
  <p:tag name="KSO_WM_BEAUTIFY_FLAG" val="#wm#"/>
  <p:tag name="KSO_WM_UNIT_COLOR_SCHEME_SHAPE_ID" val="16"/>
  <p:tag name="KSO_WM_UNIT_COLOR_SCHEME_PARENT_PAGE" val="0_1"/>
</p:tagLst>
</file>

<file path=ppt/tags/tag9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194814_1*i*11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194814_1*i*12"/>
  <p:tag name="KSO_WM_TEMPLATE_CATEGORY" val="diagram"/>
  <p:tag name="KSO_WM_TEMPLATE_INDEX" val="20194814"/>
  <p:tag name="KSO_WM_UNIT_LAYERLEVEL" val="1"/>
  <p:tag name="KSO_WM_TAG_VERSION" val="1.0"/>
  <p:tag name="KSO_WM_BEAUTIFY_FLAG" val="#wm#"/>
</p:tagLst>
</file>

<file path=ppt/tags/tag992.xml><?xml version="1.0" encoding="utf-8"?>
<p:tagLst xmlns:p="http://schemas.openxmlformats.org/presentationml/2006/main">
  <p:tag name="KSO_WM_SLIDE_ID" val="diagram20194814_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194814"/>
  <p:tag name="KSO_WM_SLIDE_LAYOUT" val="f"/>
  <p:tag name="KSO_WM_SLIDE_LAYOUT_CNT" val="2"/>
  <p:tag name="KSO_WM_SLIDE_TYPE" val="text"/>
  <p:tag name="KSO_WM_SLIDE_SUBTYPE" val="pureTxt"/>
  <p:tag name="KSO_WM_SLIDE_SIZE" val="942*530"/>
  <p:tag name="KSO_WM_SLIDE_POSITION" val="1*0"/>
  <p:tag name="KSO_WM_SLIDE_COLORSCHEME_VERSION" val="3.2"/>
  <p:tag name="KSO_WM_TEMPLATE_SUBCATEGORY" val="0"/>
  <p:tag name="KSO_WM_TEMPLATE_MASTER_TYPE" val="0"/>
  <p:tag name="KSO_WM_TEMPLATE_COLOR_TYPE" val="1"/>
  <p:tag name="KSO_WM_SPECIAL_SOURCE" val="bdnull"/>
</p:tagLst>
</file>

<file path=ppt/tags/tag993.xml><?xml version="1.0" encoding="utf-8"?>
<p:tagLst xmlns:p="http://schemas.openxmlformats.org/presentationml/2006/main">
  <p:tag name="KSO_DOCER_TEMPLATE_OPEN_ONCE_MARK" val="1"/>
  <p:tag name="KSO_WPP_MARK_KEY" val="ff346a69-2f95-4804-ae6a-d9effec427a6"/>
  <p:tag name="COMMONDATA" val="eyJoZGlkIjoiMzFiNzZiODU1ZjA1MTA3M2M1MmQ2NDkxNDJkNmE1OTAifQ=="/>
  <p:tag name="commondata" val="eyJoZGlkIjoiNTVjNjE2MmZmMDcyMzc0YWY3ZTE4MGY4MmU3ZTgyYTcifQ=="/>
</p:tagLst>
</file>

<file path=ppt/theme/theme1.xml><?xml version="1.0" encoding="utf-8"?>
<a:theme xmlns:a="http://schemas.openxmlformats.org/drawingml/2006/main" name="1_Office 主题​​">
  <a:themeElements>
    <a:clrScheme name="20202840">
      <a:dk1>
        <a:sysClr val="windowText" lastClr="000000"/>
      </a:dk1>
      <a:lt1>
        <a:sysClr val="window" lastClr="FFFFFF"/>
      </a:lt1>
      <a:dk2>
        <a:srgbClr val="D6E1EA"/>
      </a:dk2>
      <a:lt2>
        <a:srgbClr val="FFFFFF"/>
      </a:lt2>
      <a:accent1>
        <a:srgbClr val="0070C0"/>
      </a:accent1>
      <a:accent2>
        <a:srgbClr val="2F89D7"/>
      </a:accent2>
      <a:accent3>
        <a:srgbClr val="359CCF"/>
      </a:accent3>
      <a:accent4>
        <a:srgbClr val="38ADA7"/>
      </a:accent4>
      <a:accent5>
        <a:srgbClr val="3AB967"/>
      </a:accent5>
      <a:accent6>
        <a:srgbClr val="3EC000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31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32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33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34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35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36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37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38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39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40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41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42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43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44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45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46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47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48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49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50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51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52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53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54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55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56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57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ppt/theme/themeOverride58.xml><?xml version="1.0" encoding="utf-8"?>
<a:themeOverride xmlns:a="http://schemas.openxmlformats.org/drawingml/2006/main">
  <a:clrScheme name="20202840">
    <a:dk1>
      <a:sysClr val="windowText" lastClr="000000"/>
    </a:dk1>
    <a:lt1>
      <a:sysClr val="window" lastClr="FFFFFF"/>
    </a:lt1>
    <a:dk2>
      <a:srgbClr val="D6E1EA"/>
    </a:dk2>
    <a:lt2>
      <a:srgbClr val="FFFFFF"/>
    </a:lt2>
    <a:accent1>
      <a:srgbClr val="0070C0"/>
    </a:accent1>
    <a:accent2>
      <a:srgbClr val="2F89D7"/>
    </a:accent2>
    <a:accent3>
      <a:srgbClr val="359CCF"/>
    </a:accent3>
    <a:accent4>
      <a:srgbClr val="38ADA7"/>
    </a:accent4>
    <a:accent5>
      <a:srgbClr val="3AB967"/>
    </a:accent5>
    <a:accent6>
      <a:srgbClr val="3EC00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8234</Words>
  <Application>WPS 演示</Application>
  <PresentationFormat>宽屏</PresentationFormat>
  <Paragraphs>301</Paragraphs>
  <Slides>68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8" baseType="lpstr">
      <vt:lpstr>Arial</vt:lpstr>
      <vt:lpstr>宋体</vt:lpstr>
      <vt:lpstr>Wingdings</vt:lpstr>
      <vt:lpstr>微软雅黑</vt:lpstr>
      <vt:lpstr>汉仪旗黑-85S</vt:lpstr>
      <vt:lpstr>黑体</vt:lpstr>
      <vt:lpstr>Arial Unicode MS</vt:lpstr>
      <vt:lpstr>Calibri</vt:lpstr>
      <vt:lpstr>Wingdings</vt:lpstr>
      <vt:lpstr>1_Office 主题​​</vt:lpstr>
      <vt:lpstr>逆向工程分析技术</vt:lpstr>
      <vt:lpstr>一个简单程序的逆向分析</vt:lpstr>
      <vt:lpstr>PowerPoint 演示文稿</vt:lpstr>
      <vt:lpstr>观察程序的行为</vt:lpstr>
      <vt:lpstr>PowerPoint 演示文稿</vt:lpstr>
      <vt:lpstr>PowerPoint 演示文稿</vt:lpstr>
      <vt:lpstr>PowerPoint 演示文稿</vt:lpstr>
      <vt:lpstr>静态分析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动态分析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后记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鲁宏伟</cp:lastModifiedBy>
  <cp:revision>34</cp:revision>
  <dcterms:created xsi:type="dcterms:W3CDTF">2021-11-28T23:33:00Z</dcterms:created>
  <dcterms:modified xsi:type="dcterms:W3CDTF">2024-03-10T02:09:30Z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22AFDC4D55884EC485457172A14D241B</vt:lpwstr>
  </property>
  <property fmtid="{D5CDD505-2E9C-101B-9397-08002B2CF9AE}" pid="3" name="KSOProductBuildVer">
    <vt:lpwstr>2052-12.1.0.16388</vt:lpwstr>
  </property>
</Properties>
</file>