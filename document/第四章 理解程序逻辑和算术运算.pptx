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theme/themeOverride67.xml" ContentType="application/vnd.openxmlformats-officedocument.themeOverride+xml"/>
  <Override PartName="/ppt/theme/themeOverride68.xml" ContentType="application/vnd.openxmlformats-officedocument.themeOverride+xml"/>
  <Override PartName="/ppt/theme/themeOverride69.xml" ContentType="application/vnd.openxmlformats-officedocument.themeOverride+xml"/>
  <Override PartName="/ppt/theme/themeOverride7.xml" ContentType="application/vnd.openxmlformats-officedocument.themeOverride+xml"/>
  <Override PartName="/ppt/theme/themeOverride70.xml" ContentType="application/vnd.openxmlformats-officedocument.themeOverride+xml"/>
  <Override PartName="/ppt/theme/themeOverride71.xml" ContentType="application/vnd.openxmlformats-officedocument.themeOverride+xml"/>
  <Override PartName="/ppt/theme/themeOverride72.xml" ContentType="application/vnd.openxmlformats-officedocument.themeOverride+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77.xml" ContentType="application/vnd.openxmlformats-officedocument.themeOverride+xml"/>
  <Override PartName="/ppt/theme/themeOverride78.xml" ContentType="application/vnd.openxmlformats-officedocument.themeOverride+xml"/>
  <Override PartName="/ppt/theme/themeOverride79.xml" ContentType="application/vnd.openxmlformats-officedocument.themeOverride+xml"/>
  <Override PartName="/ppt/theme/themeOverride8.xml" ContentType="application/vnd.openxmlformats-officedocument.themeOverride+xml"/>
  <Override PartName="/ppt/theme/themeOverride80.xml" ContentType="application/vnd.openxmlformats-officedocument.themeOverride+xml"/>
  <Override PartName="/ppt/theme/themeOverride81.xml" ContentType="application/vnd.openxmlformats-officedocument.themeOverride+xml"/>
  <Override PartName="/ppt/theme/themeOverride82.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8" r:id="rId4"/>
    <p:sldId id="264" r:id="rId5"/>
    <p:sldId id="472" r:id="rId6"/>
    <p:sldId id="475" r:id="rId7"/>
    <p:sldId id="613" r:id="rId8"/>
    <p:sldId id="614" r:id="rId9"/>
    <p:sldId id="612" r:id="rId10"/>
    <p:sldId id="616" r:id="rId11"/>
    <p:sldId id="615" r:id="rId12"/>
    <p:sldId id="618" r:id="rId13"/>
    <p:sldId id="617" r:id="rId14"/>
    <p:sldId id="619" r:id="rId15"/>
    <p:sldId id="620" r:id="rId17"/>
    <p:sldId id="621" r:id="rId18"/>
    <p:sldId id="622" r:id="rId19"/>
    <p:sldId id="623" r:id="rId20"/>
    <p:sldId id="624" r:id="rId21"/>
    <p:sldId id="625" r:id="rId22"/>
    <p:sldId id="626" r:id="rId23"/>
    <p:sldId id="627" r:id="rId24"/>
    <p:sldId id="628" r:id="rId25"/>
    <p:sldId id="629" r:id="rId26"/>
    <p:sldId id="630" r:id="rId27"/>
    <p:sldId id="631" r:id="rId28"/>
    <p:sldId id="632" r:id="rId29"/>
    <p:sldId id="634" r:id="rId30"/>
    <p:sldId id="633" r:id="rId31"/>
    <p:sldId id="635" r:id="rId32"/>
    <p:sldId id="636" r:id="rId33"/>
    <p:sldId id="688" r:id="rId34"/>
    <p:sldId id="689" r:id="rId35"/>
    <p:sldId id="690" r:id="rId36"/>
    <p:sldId id="697" r:id="rId37"/>
    <p:sldId id="698" r:id="rId38"/>
    <p:sldId id="691" r:id="rId39"/>
    <p:sldId id="694" r:id="rId40"/>
    <p:sldId id="695" r:id="rId41"/>
    <p:sldId id="696" r:id="rId42"/>
    <p:sldId id="692" r:id="rId43"/>
    <p:sldId id="693" r:id="rId44"/>
    <p:sldId id="637" r:id="rId45"/>
    <p:sldId id="638" r:id="rId46"/>
    <p:sldId id="639" r:id="rId47"/>
    <p:sldId id="640" r:id="rId48"/>
    <p:sldId id="440" r:id="rId49"/>
    <p:sldId id="441" r:id="rId50"/>
    <p:sldId id="641" r:id="rId51"/>
    <p:sldId id="642" r:id="rId52"/>
    <p:sldId id="643" r:id="rId53"/>
    <p:sldId id="478" r:id="rId54"/>
    <p:sldId id="644" r:id="rId55"/>
    <p:sldId id="645" r:id="rId56"/>
    <p:sldId id="646" r:id="rId57"/>
    <p:sldId id="647" r:id="rId58"/>
    <p:sldId id="443" r:id="rId59"/>
    <p:sldId id="648" r:id="rId60"/>
    <p:sldId id="649" r:id="rId61"/>
    <p:sldId id="650" r:id="rId62"/>
    <p:sldId id="652" r:id="rId63"/>
    <p:sldId id="653" r:id="rId64"/>
    <p:sldId id="397" r:id="rId65"/>
    <p:sldId id="590" r:id="rId66"/>
    <p:sldId id="573" r:id="rId67"/>
    <p:sldId id="654" r:id="rId68"/>
    <p:sldId id="655" r:id="rId69"/>
    <p:sldId id="656" r:id="rId70"/>
    <p:sldId id="657" r:id="rId71"/>
    <p:sldId id="658" r:id="rId72"/>
    <p:sldId id="659" r:id="rId73"/>
    <p:sldId id="660" r:id="rId74"/>
    <p:sldId id="661" r:id="rId75"/>
    <p:sldId id="662" r:id="rId76"/>
    <p:sldId id="663" r:id="rId77"/>
    <p:sldId id="664" r:id="rId78"/>
    <p:sldId id="665" r:id="rId79"/>
    <p:sldId id="666" r:id="rId80"/>
    <p:sldId id="668" r:id="rId81"/>
    <p:sldId id="667" r:id="rId82"/>
    <p:sldId id="669" r:id="rId83"/>
    <p:sldId id="670" r:id="rId84"/>
    <p:sldId id="671" r:id="rId85"/>
    <p:sldId id="672" r:id="rId86"/>
    <p:sldId id="673" r:id="rId87"/>
    <p:sldId id="674" r:id="rId88"/>
    <p:sldId id="675" r:id="rId89"/>
    <p:sldId id="676" r:id="rId90"/>
    <p:sldId id="677" r:id="rId91"/>
    <p:sldId id="680" r:id="rId92"/>
    <p:sldId id="678" r:id="rId93"/>
    <p:sldId id="679" r:id="rId94"/>
  </p:sldIdLst>
  <p:sldSz cx="12192000" cy="6858000"/>
  <p:notesSz cx="6858000" cy="9144000"/>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1256.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思考题：printf("x=%d, y=%d\n", x, y);</a:t>
            </a:r>
            <a:r>
              <a:rPr lang="en-US" altLang="zh-CN"/>
              <a:t> </a:t>
            </a:r>
            <a:r>
              <a:rPr lang="zh-CN" altLang="en-US"/>
              <a:t>输出的结果是什么？</a:t>
            </a:r>
            <a:r>
              <a:rPr lang="en-US" altLang="zh-CN"/>
              <a:t> </a:t>
            </a:r>
            <a:r>
              <a:rPr lang="zh-CN" altLang="en-US"/>
              <a:t>答案：</a:t>
            </a:r>
            <a:r>
              <a:rPr lang="en-US" altLang="zh-CN"/>
              <a:t>x=-1, y=-1</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指令中</a:t>
            </a:r>
            <a:r>
              <a:rPr lang="en-US" altLang="zh-CN"/>
              <a:t>movsx</a:t>
            </a:r>
            <a:r>
              <a:rPr lang="zh-CN" altLang="en-US"/>
              <a:t>，</a:t>
            </a:r>
            <a:r>
              <a:rPr lang="en-US" altLang="zh-CN"/>
              <a:t>movzx : </a:t>
            </a:r>
            <a:r>
              <a:rPr lang="en-US" altLang="zh-CN">
                <a:sym typeface="+mn-ea"/>
              </a:rPr>
              <a:t>movsx</a:t>
            </a:r>
            <a:r>
              <a:rPr lang="zh-CN" altLang="en-US"/>
              <a:t>符号扩展指令</a:t>
            </a:r>
            <a:r>
              <a:rPr lang="en-US" altLang="zh-CN"/>
              <a:t>; movzx </a:t>
            </a:r>
            <a:r>
              <a:rPr lang="zh-CN" altLang="en-US"/>
              <a:t>零扩展</a:t>
            </a:r>
            <a:r>
              <a:rPr lang="en-US" altLang="zh-CN"/>
              <a:t> </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4.png"/><Relationship Id="rId4" Type="http://schemas.openxmlformats.org/officeDocument/2006/relationships/tags" Target="../tags/tag20.xml"/><Relationship Id="rId3" Type="http://schemas.openxmlformats.org/officeDocument/2006/relationships/image" Target="../media/image3.jpeg"/><Relationship Id="rId2" Type="http://schemas.openxmlformats.org/officeDocument/2006/relationships/tags" Target="../tags/tag19.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0" Type="http://schemas.openxmlformats.org/officeDocument/2006/relationships/tags" Target="../tags/tag3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image" Target="../media/image5.jpeg"/><Relationship Id="rId3" Type="http://schemas.openxmlformats.org/officeDocument/2006/relationships/tags" Target="../tags/tag49.xml"/><Relationship Id="rId2" Type="http://schemas.openxmlformats.org/officeDocument/2006/relationships/tags" Target="../tags/tag48.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image" Target="../media/image2.png"/><Relationship Id="rId4" Type="http://schemas.openxmlformats.org/officeDocument/2006/relationships/tags" Target="../tags/tag85.xml"/><Relationship Id="rId3" Type="http://schemas.openxmlformats.org/officeDocument/2006/relationships/image" Target="../media/image6.jpeg"/><Relationship Id="rId2" Type="http://schemas.openxmlformats.org/officeDocument/2006/relationships/tags" Target="../tags/tag84.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0" Type="http://schemas.openxmlformats.org/officeDocument/2006/relationships/tags" Target="../tags/tag10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4" Type="http://schemas.openxmlformats.org/officeDocument/2006/relationships/tags" Target="../tags/tag141.xml"/><Relationship Id="rId13" Type="http://schemas.openxmlformats.org/officeDocument/2006/relationships/tags" Target="../tags/tag140.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solidFill>
        <a:effectLst/>
      </p:bgPr>
    </p:bg>
    <p:spTree>
      <p:nvGrpSpPr>
        <p:cNvPr id="1" name=""/>
        <p:cNvGrpSpPr/>
        <p:nvPr/>
      </p:nvGrpSpPr>
      <p:grpSpPr>
        <a:xfrm>
          <a:off x="0" y="0"/>
          <a:ext cx="0" cy="0"/>
          <a:chOff x="0" y="0"/>
          <a:chExt cx="0" cy="0"/>
        </a:xfrm>
      </p:grpSpPr>
      <p:pic>
        <p:nvPicPr>
          <p:cNvPr id="7" name="图片占位符 8"/>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a:xfrm>
            <a:off x="238128" y="225147"/>
            <a:ext cx="11715744" cy="6407706"/>
          </a:xfrm>
          <a:prstGeom prst="rect">
            <a:avLst/>
          </a:prstGeom>
        </p:spPr>
      </p:pic>
      <p:pic>
        <p:nvPicPr>
          <p:cNvPr id="4" name="图片 3" descr="图片3"/>
          <p:cNvPicPr>
            <a:picLocks noChangeAspect="1"/>
          </p:cNvPicPr>
          <p:nvPr userDrawn="1">
            <p:custDataLst>
              <p:tags r:id="rId4"/>
            </p:custDataLst>
          </p:nvPr>
        </p:nvPicPr>
        <p:blipFill>
          <a:blip r:embed="rId5"/>
          <a:stretch>
            <a:fillRect/>
          </a:stretch>
        </p:blipFill>
        <p:spPr>
          <a:xfrm>
            <a:off x="523875" y="226060"/>
            <a:ext cx="11250930" cy="6407785"/>
          </a:xfrm>
          <a:prstGeom prst="rect">
            <a:avLst/>
          </a:prstGeom>
        </p:spPr>
      </p:pic>
      <p:sp>
        <p:nvSpPr>
          <p:cNvPr id="33" name="矩形 32"/>
          <p:cNvSpPr/>
          <p:nvPr userDrawn="1">
            <p:custDataLst>
              <p:tags r:id="rId6"/>
            </p:custDataLst>
          </p:nvPr>
        </p:nvSpPr>
        <p:spPr>
          <a:xfrm>
            <a:off x="1" y="1827072"/>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4" name="矩形 33"/>
          <p:cNvSpPr/>
          <p:nvPr userDrawn="1">
            <p:custDataLst>
              <p:tags r:id="rId7"/>
            </p:custDataLst>
          </p:nvPr>
        </p:nvSpPr>
        <p:spPr>
          <a:xfrm rot="5400000">
            <a:off x="-86360" y="3482975"/>
            <a:ext cx="1092835" cy="127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2" name="矩形 31"/>
          <p:cNvSpPr/>
          <p:nvPr userDrawn="1">
            <p:custDataLst>
              <p:tags r:id="rId8"/>
            </p:custDataLst>
          </p:nvPr>
        </p:nvSpPr>
        <p:spPr>
          <a:xfrm rot="5400000">
            <a:off x="9021503" y="5184527"/>
            <a:ext cx="2720482" cy="6463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sym typeface="Arial" panose="020B0604020202020204" pitchFamily="34" charset="0"/>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3" name="副标题 2"/>
          <p:cNvSpPr>
            <a:spLocks noGrp="1"/>
          </p:cNvSpPr>
          <p:nvPr>
            <p:ph type="subTitle" idx="1" hasCustomPrompt="1"/>
            <p:custDataLst>
              <p:tags r:id="rId12"/>
            </p:custDataLst>
          </p:nvPr>
        </p:nvSpPr>
        <p:spPr>
          <a:xfrm>
            <a:off x="611826" y="3740964"/>
            <a:ext cx="6173799" cy="743950"/>
          </a:xfrm>
        </p:spPr>
        <p:txBody>
          <a:bodyPr lIns="90000" tIns="0" rIns="90000" bIns="46800">
            <a:normAutofit/>
          </a:bodyPr>
          <a:lstStyle>
            <a:lvl1pPr marL="0" indent="0" algn="l" eaLnBrk="1" fontAlgn="auto" latinLnBrk="0" hangingPunct="1">
              <a:lnSpc>
                <a:spcPct val="100000"/>
              </a:lnSpc>
              <a:buNone/>
              <a:defRPr sz="2400" u="none" strike="noStrike" kern="1200" cap="none" spc="200" normalizeH="0" baseline="0">
                <a:solidFill>
                  <a:schemeClr val="bg1"/>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2" name="标题 1"/>
          <p:cNvSpPr>
            <a:spLocks noGrp="1"/>
          </p:cNvSpPr>
          <p:nvPr>
            <p:ph type="ctrTitle" hasCustomPrompt="1"/>
            <p:custDataLst>
              <p:tags r:id="rId13"/>
            </p:custDataLst>
          </p:nvPr>
        </p:nvSpPr>
        <p:spPr>
          <a:xfrm>
            <a:off x="611826" y="2760430"/>
            <a:ext cx="6189584" cy="899167"/>
          </a:xfrm>
        </p:spPr>
        <p:txBody>
          <a:bodyPr lIns="90000" tIns="46800" rIns="90000" bIns="0" anchor="b" anchorCtr="0">
            <a:normAutofit/>
          </a:bodyPr>
          <a:lstStyle>
            <a:lvl1pPr algn="l">
              <a:defRPr sz="4800" spc="600" baseline="0">
                <a:solidFill>
                  <a:schemeClr val="bg1"/>
                </a:solidFill>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6"/>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1" name="图片 20" descr="图片2"/>
          <p:cNvPicPr>
            <a:picLocks noChangeAspect="1"/>
          </p:cNvPicPr>
          <p:nvPr userDrawn="1">
            <p:custDataLst>
              <p:tags r:id="rId4"/>
            </p:custDataLst>
          </p:nvPr>
        </p:nvPicPr>
        <p:blipFill>
          <a:blip r:embed="rId5"/>
          <a:stretch>
            <a:fillRect/>
          </a:stretch>
        </p:blipFill>
        <p:spPr>
          <a:xfrm>
            <a:off x="95885" y="0"/>
            <a:ext cx="12000865" cy="6859905"/>
          </a:xfrm>
          <a:prstGeom prst="rect">
            <a:avLst/>
          </a:prstGeom>
        </p:spPr>
      </p:pic>
      <p:sp>
        <p:nvSpPr>
          <p:cNvPr id="23" name="矩形 22"/>
          <p:cNvSpPr/>
          <p:nvPr userDrawn="1">
            <p:custDataLst>
              <p:tags r:id="rId6"/>
            </p:custDataLst>
          </p:nvPr>
        </p:nvSpPr>
        <p:spPr>
          <a:xfrm>
            <a:off x="500744" y="1022525"/>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3" name="文本占位符 2"/>
          <p:cNvSpPr>
            <a:spLocks noGrp="1"/>
          </p:cNvSpPr>
          <p:nvPr>
            <p:ph type="body" idx="1"/>
            <p:custDataLst>
              <p:tags r:id="rId10"/>
            </p:custDataLst>
          </p:nvPr>
        </p:nvSpPr>
        <p:spPr>
          <a:xfrm>
            <a:off x="1151253" y="3318164"/>
            <a:ext cx="5322114" cy="746052"/>
          </a:xfrm>
        </p:spPr>
        <p:txBody>
          <a:bodyPr lIns="90000" tIns="0" rIns="90000" bIns="46800">
            <a:normAutofit/>
          </a:bodyPr>
          <a:lstStyle>
            <a:lvl1pPr marL="0" indent="0" algn="ctr" eaLnBrk="1" fontAlgn="auto" latinLnBrk="0" hangingPunct="1">
              <a:buNone/>
              <a:defRPr kumimoji="0" lang="zh-CN" altLang="en-US" sz="1600" b="0" i="0" u="none" strike="noStrike" kern="1200" cap="none" spc="150" normalizeH="0" baseline="0" noProof="1">
                <a:solidFill>
                  <a:schemeClr val="bg1"/>
                </a:solidFill>
                <a:uFillTx/>
                <a:latin typeface="微软雅黑" panose="020B0503020204020204" charset="-122"/>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2" name="标题 1"/>
          <p:cNvSpPr>
            <a:spLocks noGrp="1"/>
          </p:cNvSpPr>
          <p:nvPr>
            <p:ph type="title" hasCustomPrompt="1"/>
            <p:custDataLst>
              <p:tags r:id="rId11"/>
            </p:custDataLst>
          </p:nvPr>
        </p:nvSpPr>
        <p:spPr>
          <a:xfrm>
            <a:off x="1151253" y="2600129"/>
            <a:ext cx="5322114" cy="674492"/>
          </a:xfrm>
        </p:spPr>
        <p:txBody>
          <a:bodyPr lIns="90000" tIns="46800" rIns="90000" bIns="0" anchor="b" anchorCtr="0">
            <a:normAutofit/>
          </a:bodyPr>
          <a:lstStyle>
            <a:lvl1pPr algn="ctr">
              <a:defRPr sz="3600" u="none" strike="noStrike" kern="1200" cap="none" spc="300" normalizeH="0" baseline="0">
                <a:solidFill>
                  <a:schemeClr val="bg1"/>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cxnSp>
        <p:nvCxnSpPr>
          <p:cNvPr id="24" name="直接连接符 23"/>
          <p:cNvCxnSpPr/>
          <p:nvPr userDrawn="1">
            <p:custDataLst>
              <p:tags r:id="rId12"/>
            </p:custDataLst>
          </p:nvPr>
        </p:nvCxnSpPr>
        <p:spPr>
          <a:xfrm>
            <a:off x="3458010" y="2543370"/>
            <a:ext cx="65799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flipH="1">
            <a:off x="11522119" y="5919938"/>
            <a:ext cx="613410" cy="859790"/>
            <a:chOff x="452" y="4729"/>
            <a:chExt cx="966" cy="1354"/>
          </a:xfrm>
        </p:grpSpPr>
        <p:sp>
          <p:nvSpPr>
            <p:cNvPr id="9" name="矩形 8"/>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6"/>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7"/>
            </p:custDataLst>
          </p:nvPr>
        </p:nvSpPr>
        <p:spPr>
          <a:xfrm>
            <a:off x="6238877" y="952508"/>
            <a:ext cx="5283242" cy="5388907"/>
          </a:xfrm>
        </p:spPr>
        <p:txBody>
          <a:bodyPr>
            <a:no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p:txBody>
          <a:bodyPr/>
          <a:lstStyle/>
          <a:p>
            <a:endParaRPr lang="zh-CN" altLang="en-US"/>
          </a:p>
        </p:txBody>
      </p:sp>
      <p:sp>
        <p:nvSpPr>
          <p:cNvPr id="7" name="灯片编号占位符 6"/>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flipH="1">
            <a:off x="11522119" y="5919938"/>
            <a:ext cx="613410" cy="859790"/>
            <a:chOff x="452" y="4729"/>
            <a:chExt cx="966" cy="1354"/>
          </a:xfrm>
        </p:grpSpPr>
        <p:sp>
          <p:nvSpPr>
            <p:cNvPr id="11" name="矩形 10"/>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6"/>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7"/>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8"/>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9"/>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p:txBody>
          <a:bodyPr/>
          <a:lstStyle/>
          <a:p>
            <a:endParaRPr lang="zh-CN" altLang="en-US"/>
          </a:p>
        </p:txBody>
      </p:sp>
      <p:sp>
        <p:nvSpPr>
          <p:cNvPr id="9" name="灯片编号占位符 8"/>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0" y="225144"/>
            <a:ext cx="12192000" cy="1781456"/>
            <a:chOff x="0" y="225144"/>
            <a:chExt cx="12192000" cy="1781456"/>
          </a:xfrm>
        </p:grpSpPr>
        <p:pic>
          <p:nvPicPr>
            <p:cNvPr id="7" name="图片 6"/>
            <p:cNvPicPr>
              <a:picLocks noChangeAspect="1"/>
            </p:cNvPicPr>
            <p:nvPr userDrawn="1">
              <p:custDataLst>
                <p:tags r:id="rId3"/>
              </p:custDataLst>
            </p:nvPr>
          </p:nvPicPr>
          <p:blipFill rotWithShape="1">
            <a:blip r:embed="rId4" cstate="print">
              <a:extLst>
                <a:ext uri="{28A0092B-C50C-407E-A947-70E740481C1C}">
                  <a14:useLocalDpi xmlns:a14="http://schemas.microsoft.com/office/drawing/2010/main" val="0"/>
                </a:ext>
              </a:extLst>
            </a:blip>
            <a:srcRect/>
            <a:stretch>
              <a:fillRect/>
            </a:stretch>
          </p:blipFill>
          <p:spPr>
            <a:xfrm>
              <a:off x="0" y="225146"/>
              <a:ext cx="12192000" cy="1601927"/>
            </a:xfrm>
            <a:prstGeom prst="rect">
              <a:avLst/>
            </a:prstGeom>
          </p:spPr>
        </p:pic>
        <p:sp>
          <p:nvSpPr>
            <p:cNvPr id="8" name="矩形 7"/>
            <p:cNvSpPr/>
            <p:nvPr userDrawn="1">
              <p:custDataLst>
                <p:tags r:id="rId5"/>
              </p:custDataLst>
            </p:nvPr>
          </p:nvSpPr>
          <p:spPr>
            <a:xfrm>
              <a:off x="489256" y="225147"/>
              <a:ext cx="1601927" cy="1601927"/>
            </a:xfrm>
            <a:prstGeom prst="rect">
              <a:avLst/>
            </a:prstGeom>
            <a:solidFill>
              <a:schemeClr val="accent3">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6"/>
              </p:custDataLst>
            </p:nvPr>
          </p:nvSpPr>
          <p:spPr>
            <a:xfrm>
              <a:off x="10100818" y="225147"/>
              <a:ext cx="1601927" cy="1601927"/>
            </a:xfrm>
            <a:prstGeom prst="rect">
              <a:avLst/>
            </a:prstGeom>
            <a:solidFill>
              <a:schemeClr val="accent3">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7"/>
              </p:custDataLst>
            </p:nvPr>
          </p:nvSpPr>
          <p:spPr>
            <a:xfrm>
              <a:off x="3878552" y="225144"/>
              <a:ext cx="4434889" cy="1781456"/>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标题 1"/>
          <p:cNvSpPr>
            <a:spLocks noGrp="1"/>
          </p:cNvSpPr>
          <p:nvPr>
            <p:ph type="title"/>
            <p:custDataLst>
              <p:tags r:id="rId8"/>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p>
            <a:endParaRPr lang="zh-CN" altLang="en-US"/>
          </a:p>
        </p:txBody>
      </p:sp>
      <p:sp>
        <p:nvSpPr>
          <p:cNvPr id="5" name="灯片编号占位符 4"/>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flipH="1">
            <a:off x="11522119" y="5919938"/>
            <a:ext cx="613410" cy="859790"/>
            <a:chOff x="452" y="4729"/>
            <a:chExt cx="966" cy="1354"/>
          </a:xfrm>
        </p:grpSpPr>
        <p:sp>
          <p:nvSpPr>
            <p:cNvPr id="9" name="矩形 8"/>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6"/>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7"/>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8"/>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9"/>
            </p:custDataLst>
          </p:nvPr>
        </p:nvSpPr>
        <p:spPr/>
        <p:txBody>
          <a:bodyPr/>
          <a:lstStyle/>
          <a:p>
            <a:endParaRPr lang="zh-CN" altLang="en-US" dirty="0"/>
          </a:p>
        </p:txBody>
      </p:sp>
      <p:sp>
        <p:nvSpPr>
          <p:cNvPr id="7" name="灯片编号占位符 6"/>
          <p:cNvSpPr>
            <a:spLocks noGrp="1"/>
          </p:cNvSpPr>
          <p:nvPr>
            <p:ph type="sldNum" sz="quarter" idx="12"/>
            <p:custDataLst>
              <p:tags r:id="rId10"/>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5"/>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6"/>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8"/>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28" name="图片 27"/>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89255" y="399312"/>
            <a:ext cx="11187034" cy="5903519"/>
          </a:xfrm>
          <a:prstGeom prst="rect">
            <a:avLst/>
          </a:prstGeom>
        </p:spPr>
      </p:pic>
      <p:pic>
        <p:nvPicPr>
          <p:cNvPr id="27" name="图片 26" descr="图片1"/>
          <p:cNvPicPr>
            <a:picLocks noChangeAspect="1"/>
          </p:cNvPicPr>
          <p:nvPr userDrawn="1">
            <p:custDataLst>
              <p:tags r:id="rId4"/>
            </p:custDataLst>
          </p:nvPr>
        </p:nvPicPr>
        <p:blipFill>
          <a:blip r:embed="rId5"/>
          <a:stretch>
            <a:fillRect/>
          </a:stretch>
        </p:blipFill>
        <p:spPr>
          <a:xfrm>
            <a:off x="471805" y="235585"/>
            <a:ext cx="11276965" cy="6361430"/>
          </a:xfrm>
          <a:prstGeom prst="rect">
            <a:avLst/>
          </a:prstGeom>
        </p:spPr>
      </p:pic>
      <p:sp>
        <p:nvSpPr>
          <p:cNvPr id="29" name="矩形 28"/>
          <p:cNvSpPr/>
          <p:nvPr userDrawn="1">
            <p:custDataLst>
              <p:tags r:id="rId6"/>
            </p:custDataLst>
          </p:nvPr>
        </p:nvSpPr>
        <p:spPr>
          <a:xfrm>
            <a:off x="2647518" y="1827073"/>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2852057" y="2469777"/>
            <a:ext cx="6487886" cy="959222"/>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5400" b="1" i="0" u="none" strike="noStrike" kern="1200" cap="none" spc="600" normalizeH="0" baseline="0" noProof="1" dirty="0">
                <a:solidFill>
                  <a:schemeClr val="bg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单击此处编辑标题</a:t>
            </a:r>
            <a:endParaRPr dirty="0">
              <a:sym typeface="+mn-ea"/>
            </a:endParaRPr>
          </a:p>
        </p:txBody>
      </p:sp>
      <p:sp>
        <p:nvSpPr>
          <p:cNvPr id="33" name="文本占位符 32"/>
          <p:cNvSpPr>
            <a:spLocks noGrp="1"/>
          </p:cNvSpPr>
          <p:nvPr>
            <p:ph type="body" sz="quarter" idx="13" hasCustomPrompt="1"/>
            <p:custDataLst>
              <p:tags r:id="rId11"/>
            </p:custDataLst>
          </p:nvPr>
        </p:nvSpPr>
        <p:spPr>
          <a:xfrm>
            <a:off x="2852057" y="3650167"/>
            <a:ext cx="6487886" cy="597610"/>
          </a:xfrm>
        </p:spPr>
        <p:txBody>
          <a:bodyPr lIns="90000" rIns="90000" bIns="46800">
            <a:normAutofit/>
          </a:bodyPr>
          <a:lstStyle>
            <a:lvl1pPr marL="0" indent="0" algn="ctr">
              <a:buNone/>
              <a:defRPr sz="28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cxnSp>
        <p:nvCxnSpPr>
          <p:cNvPr id="34" name="直接连接符 33"/>
          <p:cNvCxnSpPr/>
          <p:nvPr userDrawn="1">
            <p:custDataLst>
              <p:tags r:id="rId12"/>
            </p:custDataLst>
          </p:nvPr>
        </p:nvCxnSpPr>
        <p:spPr>
          <a:xfrm>
            <a:off x="5767005" y="3562260"/>
            <a:ext cx="65799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flipH="1">
            <a:off x="11522119" y="5919938"/>
            <a:ext cx="613410" cy="859790"/>
            <a:chOff x="452" y="4729"/>
            <a:chExt cx="966" cy="1354"/>
          </a:xfrm>
        </p:grpSpPr>
        <p:sp>
          <p:nvSpPr>
            <p:cNvPr id="12" name="矩形 11"/>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userDrawn="1">
            <p:custDataLst>
              <p:tags r:id="rId3"/>
            </p:custDataLst>
          </p:nvPr>
        </p:nvGrpSpPr>
        <p:grpSpPr>
          <a:xfrm flipH="1">
            <a:off x="11233785" y="5608955"/>
            <a:ext cx="613410" cy="85979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7"/>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grpSp>
        <p:nvGrpSpPr>
          <p:cNvPr id="11" name="组合 10"/>
          <p:cNvGrpSpPr/>
          <p:nvPr userDrawn="1">
            <p:custDataLst>
              <p:tags r:id="rId3"/>
            </p:custDataLst>
          </p:nvPr>
        </p:nvGrpSpPr>
        <p:grpSpPr>
          <a:xfrm>
            <a:off x="141225" y="5857200"/>
            <a:ext cx="613410" cy="85979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583200" y="770400"/>
            <a:ext cx="3960000" cy="882000"/>
          </a:xfrm>
        </p:spPr>
        <p:txBody>
          <a:bodyPr anchor="ctr">
            <a:normAutofit/>
          </a:bodyPr>
          <a:lstStyle>
            <a:lvl1pPr>
              <a:defRPr sz="3600" cap="all"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a:lstStyle>
            <a:lvl1pPr>
              <a:defRPr cap="all" baseline="0">
                <a:solidFill>
                  <a:schemeClr val="tx1">
                    <a:lumMod val="85000"/>
                    <a:lumOff val="15000"/>
                  </a:schemeClr>
                </a:solidFill>
                <a:latin typeface="Arial" panose="020B0604020202020204" pitchFamily="34" charset="0"/>
                <a:ea typeface="微软雅黑" panose="020B0503020204020204" charset="-122"/>
              </a:defRPr>
            </a:lvl1pPr>
            <a:lvl2pPr>
              <a:defRPr cap="all" baseline="0">
                <a:solidFill>
                  <a:schemeClr val="tx1">
                    <a:lumMod val="85000"/>
                    <a:lumOff val="15000"/>
                  </a:schemeClr>
                </a:solidFill>
                <a:latin typeface="Arial" panose="020B0604020202020204" pitchFamily="34" charset="0"/>
                <a:ea typeface="微软雅黑" panose="020B0503020204020204" charset="-122"/>
              </a:defRPr>
            </a:lvl2pPr>
            <a:lvl3pPr>
              <a:defRPr cap="all" baseline="0">
                <a:solidFill>
                  <a:schemeClr val="tx1">
                    <a:lumMod val="85000"/>
                    <a:lumOff val="15000"/>
                  </a:schemeClr>
                </a:solidFill>
                <a:latin typeface="Arial" panose="020B0604020202020204" pitchFamily="34" charset="0"/>
                <a:ea typeface="微软雅黑" panose="020B0503020204020204" charset="-122"/>
              </a:defRPr>
            </a:lvl3pPr>
            <a:lvl4pPr>
              <a:defRPr cap="all" baseline="0">
                <a:solidFill>
                  <a:schemeClr val="tx1">
                    <a:lumMod val="85000"/>
                    <a:lumOff val="15000"/>
                  </a:schemeClr>
                </a:solidFill>
                <a:latin typeface="Arial" panose="020B0604020202020204" pitchFamily="34" charset="0"/>
                <a:ea typeface="微软雅黑" panose="020B0503020204020204" charset="-122"/>
              </a:defRPr>
            </a:lvl4pPr>
            <a:lvl5pPr>
              <a:defRPr cap="all"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a:lstStyle>
            <a:lvl1pPr>
              <a:defRPr cap="all" baseline="0">
                <a:solidFill>
                  <a:schemeClr val="tx1">
                    <a:lumMod val="85000"/>
                    <a:lumOff val="15000"/>
                  </a:schemeClr>
                </a:solidFill>
                <a:latin typeface="Arial" panose="020B0604020202020204" pitchFamily="34" charset="0"/>
                <a:ea typeface="微软雅黑" panose="020B0503020204020204" charset="-122"/>
              </a:defRPr>
            </a:lvl1pPr>
            <a:lvl2pPr>
              <a:defRPr cap="all" baseline="0">
                <a:solidFill>
                  <a:schemeClr val="tx1">
                    <a:lumMod val="85000"/>
                    <a:lumOff val="15000"/>
                  </a:schemeClr>
                </a:solidFill>
                <a:latin typeface="Arial" panose="020B0604020202020204" pitchFamily="34" charset="0"/>
                <a:ea typeface="微软雅黑" panose="020B0503020204020204" charset="-122"/>
              </a:defRPr>
            </a:lvl2pPr>
            <a:lvl3pPr>
              <a:defRPr cap="all" baseline="0">
                <a:solidFill>
                  <a:schemeClr val="tx1">
                    <a:lumMod val="85000"/>
                    <a:lumOff val="15000"/>
                  </a:schemeClr>
                </a:solidFill>
                <a:latin typeface="Arial" panose="020B0604020202020204" pitchFamily="34" charset="0"/>
                <a:ea typeface="微软雅黑" panose="020B0503020204020204" charset="-122"/>
              </a:defRPr>
            </a:lvl3pPr>
            <a:lvl4pPr>
              <a:defRPr cap="all" baseline="0">
                <a:solidFill>
                  <a:schemeClr val="tx1">
                    <a:lumMod val="85000"/>
                    <a:lumOff val="15000"/>
                  </a:schemeClr>
                </a:solidFill>
                <a:latin typeface="Arial" panose="020B0604020202020204" pitchFamily="34" charset="0"/>
                <a:ea typeface="微软雅黑" panose="020B0503020204020204" charset="-122"/>
              </a:defRPr>
            </a:lvl4pPr>
            <a:lvl5pPr>
              <a:defRPr cap="all"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6" name="组合 5"/>
          <p:cNvGrpSpPr/>
          <p:nvPr userDrawn="1">
            <p:custDataLst>
              <p:tags r:id="rId3"/>
            </p:custDataLst>
          </p:nvPr>
        </p:nvGrpSpPr>
        <p:grpSpPr>
          <a:xfrm>
            <a:off x="138975" y="99305"/>
            <a:ext cx="613410" cy="859790"/>
            <a:chOff x="452" y="4729"/>
            <a:chExt cx="966" cy="1354"/>
          </a:xfrm>
        </p:grpSpPr>
        <p:sp>
          <p:nvSpPr>
            <p:cNvPr id="8" name="矩形 7"/>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6"/>
            </p:custDataLst>
          </p:nvPr>
        </p:nvSpPr>
        <p:spPr>
          <a:xfrm>
            <a:off x="612000" y="781200"/>
            <a:ext cx="10976400" cy="626400"/>
          </a:xfrm>
        </p:spPr>
        <p:txBody>
          <a:bodyPr anchor="ctr">
            <a:normAutofit/>
          </a:bodyPr>
          <a:lstStyle>
            <a:lvl1pPr algn="ct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1"/>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57785" y="105410"/>
            <a:ext cx="483235" cy="618490"/>
            <a:chOff x="452" y="4729"/>
            <a:chExt cx="966" cy="1354"/>
          </a:xfrm>
        </p:grpSpPr>
        <p:sp>
          <p:nvSpPr>
            <p:cNvPr id="10" name="矩形 9"/>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custDataLst>
              <p:tags r:id="rId5"/>
            </p:custDataLst>
          </p:nvPr>
        </p:nvGrpSpPr>
        <p:grpSpPr>
          <a:xfrm flipH="1">
            <a:off x="11621770" y="105410"/>
            <a:ext cx="483235" cy="618490"/>
            <a:chOff x="452" y="4729"/>
            <a:chExt cx="966" cy="1354"/>
          </a:xfrm>
        </p:grpSpPr>
        <p:sp>
          <p:nvSpPr>
            <p:cNvPr id="13" name="矩形 12"/>
            <p:cNvSpPr/>
            <p:nvPr userDrawn="1">
              <p:custDataLst>
                <p:tags r:id="rId6"/>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custDataLst>
                <p:tags r:id="rId7"/>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userDrawn="1">
            <p:custDataLst>
              <p:tags r:id="rId8"/>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9"/>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6" name="组合 5"/>
          <p:cNvGrpSpPr/>
          <p:nvPr userDrawn="1">
            <p:custDataLst>
              <p:tags r:id="rId3"/>
            </p:custDataLst>
          </p:nvPr>
        </p:nvGrpSpPr>
        <p:grpSpPr>
          <a:xfrm flipH="1">
            <a:off x="11659314" y="134734"/>
            <a:ext cx="388620" cy="54483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6"/>
            </p:custDataLst>
          </p:nvPr>
        </p:nvSpPr>
        <p:spPr>
          <a:xfrm>
            <a:off x="579600" y="237600"/>
            <a:ext cx="11037600" cy="441964"/>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0"/>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2"/>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9" name="组合 8"/>
          <p:cNvGrpSpPr/>
          <p:nvPr userDrawn="1">
            <p:custDataLst>
              <p:tags r:id="rId3"/>
            </p:custDataLst>
          </p:nvPr>
        </p:nvGrpSpPr>
        <p:grpSpPr>
          <a:xfrm>
            <a:off x="0" y="2994025"/>
            <a:ext cx="658495" cy="859790"/>
            <a:chOff x="452" y="4729"/>
            <a:chExt cx="966" cy="1354"/>
          </a:xfrm>
        </p:grpSpPr>
        <p:sp>
          <p:nvSpPr>
            <p:cNvPr id="6" name="矩形 5"/>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custDataLst>
              <p:tags r:id="rId6"/>
            </p:custDataLst>
          </p:nvPr>
        </p:nvGrpSpPr>
        <p:grpSpPr>
          <a:xfrm flipH="1">
            <a:off x="11533505" y="3013075"/>
            <a:ext cx="658495" cy="859790"/>
            <a:chOff x="452" y="4729"/>
            <a:chExt cx="966" cy="1354"/>
          </a:xfrm>
        </p:grpSpPr>
        <p:sp>
          <p:nvSpPr>
            <p:cNvPr id="12" name="矩形 11"/>
            <p:cNvSpPr/>
            <p:nvPr userDrawn="1">
              <p:custDataLst>
                <p:tags r:id="rId7"/>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9"/>
            </p:custDataLst>
          </p:nvPr>
        </p:nvSpPr>
        <p:spPr>
          <a:xfrm>
            <a:off x="1522800" y="1339200"/>
            <a:ext cx="9144000" cy="2386800"/>
          </a:xfrm>
        </p:spPr>
        <p:txBody>
          <a:bodyPr anchor="b">
            <a:normAutofit/>
          </a:bodyPr>
          <a:lstStyle>
            <a:lvl1pPr algn="ctr">
              <a:defRPr sz="60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7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tags" Target="../tags/tag168.xml"/><Relationship Id="rId20" Type="http://schemas.openxmlformats.org/officeDocument/2006/relationships/tags" Target="../tags/tag167.xml"/><Relationship Id="rId2" Type="http://schemas.openxmlformats.org/officeDocument/2006/relationships/slideLayout" Target="../slideLayouts/slideLayout2.xml"/><Relationship Id="rId19" Type="http://schemas.openxmlformats.org/officeDocument/2006/relationships/tags" Target="../tags/tag166.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3.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4" Type="http://schemas.openxmlformats.org/officeDocument/2006/relationships/slideLayout" Target="../slideLayouts/slideLayout7.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7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93.xml"/><Relationship Id="rId1" Type="http://schemas.openxmlformats.org/officeDocument/2006/relationships/tags" Target="../tags/tag192.xml"/></Relationships>
</file>

<file path=ppt/slides/_rels/slide5.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4" Type="http://schemas.openxmlformats.org/officeDocument/2006/relationships/slideLayout" Target="../slideLayouts/slideLayout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tags" Target="../tags/tag194.xml"/></Relationships>
</file>

<file path=ppt/slides/_rels/slide6.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5" Type="http://schemas.openxmlformats.org/officeDocument/2006/relationships/slideLayout" Target="../slideLayouts/slideLayout7.xml"/><Relationship Id="rId14" Type="http://schemas.openxmlformats.org/officeDocument/2006/relationships/themeOverride" Target="../theme/themeOverride1.xml"/><Relationship Id="rId13" Type="http://schemas.openxmlformats.org/officeDocument/2006/relationships/tags" Target="../tags/tag219.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07.xml"/></Relationships>
</file>

<file path=ppt/slides/_rels/slide7.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6" Type="http://schemas.openxmlformats.org/officeDocument/2006/relationships/slideLayout" Target="../slideLayouts/slideLayout7.xml"/><Relationship Id="rId15" Type="http://schemas.openxmlformats.org/officeDocument/2006/relationships/themeOverride" Target="../theme/themeOverride2.xml"/><Relationship Id="rId14" Type="http://schemas.openxmlformats.org/officeDocument/2006/relationships/tags" Target="../tags/tag232.xml"/><Relationship Id="rId13" Type="http://schemas.openxmlformats.org/officeDocument/2006/relationships/image" Target="../media/image7.png"/><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8.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8" Type="http://schemas.openxmlformats.org/officeDocument/2006/relationships/slideLayout" Target="../slideLayouts/slideLayout7.xml"/><Relationship Id="rId17" Type="http://schemas.openxmlformats.org/officeDocument/2006/relationships/themeOverride" Target="../theme/themeOverride3.xml"/><Relationship Id="rId16" Type="http://schemas.openxmlformats.org/officeDocument/2006/relationships/tags" Target="../tags/tag245.xml"/><Relationship Id="rId15" Type="http://schemas.openxmlformats.org/officeDocument/2006/relationships/image" Target="../media/image9.png"/><Relationship Id="rId14" Type="http://schemas.openxmlformats.org/officeDocument/2006/relationships/image" Target="../media/image8.png"/><Relationship Id="rId13" Type="http://schemas.openxmlformats.org/officeDocument/2006/relationships/image" Target="../media/image7.png"/><Relationship Id="rId12" Type="http://schemas.openxmlformats.org/officeDocument/2006/relationships/tags" Target="../tags/tag244.xml"/><Relationship Id="rId11" Type="http://schemas.openxmlformats.org/officeDocument/2006/relationships/tags" Target="../tags/tag243.xml"/><Relationship Id="rId10" Type="http://schemas.openxmlformats.org/officeDocument/2006/relationships/tags" Target="../tags/tag242.xml"/><Relationship Id="rId1" Type="http://schemas.openxmlformats.org/officeDocument/2006/relationships/tags" Target="../tags/tag233.xml"/></Relationships>
</file>

<file path=ppt/slides/_rels/slide9.xml.rels><?xml version="1.0" encoding="UTF-8" standalone="yes"?>
<Relationships xmlns="http://schemas.openxmlformats.org/package/2006/relationships"><Relationship Id="rId9" Type="http://schemas.openxmlformats.org/officeDocument/2006/relationships/tags" Target="../tags/tag254.xml"/><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9" Type="http://schemas.openxmlformats.org/officeDocument/2006/relationships/slideLayout" Target="../slideLayouts/slideLayout7.xml"/><Relationship Id="rId18" Type="http://schemas.openxmlformats.org/officeDocument/2006/relationships/themeOverride" Target="../theme/themeOverride4.xml"/><Relationship Id="rId17" Type="http://schemas.openxmlformats.org/officeDocument/2006/relationships/tags" Target="../tags/tag258.xml"/><Relationship Id="rId16" Type="http://schemas.openxmlformats.org/officeDocument/2006/relationships/image" Target="../media/image13.png"/><Relationship Id="rId15" Type="http://schemas.openxmlformats.org/officeDocument/2006/relationships/image" Target="../media/image12.png"/><Relationship Id="rId14" Type="http://schemas.openxmlformats.org/officeDocument/2006/relationships/image" Target="../media/image11.png"/><Relationship Id="rId13" Type="http://schemas.openxmlformats.org/officeDocument/2006/relationships/image" Target="../media/image10.png"/><Relationship Id="rId12" Type="http://schemas.openxmlformats.org/officeDocument/2006/relationships/tags" Target="../tags/tag257.xml"/><Relationship Id="rId11" Type="http://schemas.openxmlformats.org/officeDocument/2006/relationships/tags" Target="../tags/tag256.xml"/><Relationship Id="rId10" Type="http://schemas.openxmlformats.org/officeDocument/2006/relationships/tags" Target="../tags/tag255.xml"/><Relationship Id="rId1" Type="http://schemas.openxmlformats.org/officeDocument/2006/relationships/tags" Target="../tags/tag246.xml"/></Relationships>
</file>

<file path=ppt/slides/_rels/slide10.xml.rels><?xml version="1.0" encoding="UTF-8" standalone="yes"?>
<Relationships xmlns="http://schemas.openxmlformats.org/package/2006/relationships"><Relationship Id="rId9" Type="http://schemas.openxmlformats.org/officeDocument/2006/relationships/tags" Target="../tags/tag267.xml"/><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0" Type="http://schemas.openxmlformats.org/officeDocument/2006/relationships/slideLayout" Target="../slideLayouts/slideLayout7.xml"/><Relationship Id="rId2" Type="http://schemas.openxmlformats.org/officeDocument/2006/relationships/tags" Target="../tags/tag260.xml"/><Relationship Id="rId19" Type="http://schemas.openxmlformats.org/officeDocument/2006/relationships/themeOverride" Target="../theme/themeOverride5.xml"/><Relationship Id="rId18" Type="http://schemas.openxmlformats.org/officeDocument/2006/relationships/tags" Target="../tags/tag271.xml"/><Relationship Id="rId17" Type="http://schemas.openxmlformats.org/officeDocument/2006/relationships/image" Target="../media/image15.png"/><Relationship Id="rId16" Type="http://schemas.openxmlformats.org/officeDocument/2006/relationships/image" Target="../media/image14.png"/><Relationship Id="rId15" Type="http://schemas.openxmlformats.org/officeDocument/2006/relationships/image" Target="../media/image12.png"/><Relationship Id="rId14" Type="http://schemas.openxmlformats.org/officeDocument/2006/relationships/image" Target="../media/image11.png"/><Relationship Id="rId13" Type="http://schemas.openxmlformats.org/officeDocument/2006/relationships/image" Target="../media/image10.png"/><Relationship Id="rId12" Type="http://schemas.openxmlformats.org/officeDocument/2006/relationships/tags" Target="../tags/tag270.xml"/><Relationship Id="rId11" Type="http://schemas.openxmlformats.org/officeDocument/2006/relationships/tags" Target="../tags/tag269.xml"/><Relationship Id="rId10" Type="http://schemas.openxmlformats.org/officeDocument/2006/relationships/tags" Target="../tags/tag268.xml"/><Relationship Id="rId1" Type="http://schemas.openxmlformats.org/officeDocument/2006/relationships/tags" Target="../tags/tag259.xml"/></Relationships>
</file>

<file path=ppt/slides/_rels/slide11.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5" Type="http://schemas.openxmlformats.org/officeDocument/2006/relationships/slideLayout" Target="../slideLayouts/slideLayout7.xml"/><Relationship Id="rId14" Type="http://schemas.openxmlformats.org/officeDocument/2006/relationships/themeOverride" Target="../theme/themeOverride6.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tags" Target="../tags/tag272.xml"/></Relationships>
</file>

<file path=ppt/slides/_rels/slide12.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5" Type="http://schemas.openxmlformats.org/officeDocument/2006/relationships/slideLayout" Target="../slideLayouts/slideLayout7.xml"/><Relationship Id="rId14" Type="http://schemas.openxmlformats.org/officeDocument/2006/relationships/themeOverride" Target="../theme/themeOverride7.xml"/><Relationship Id="rId13" Type="http://schemas.openxmlformats.org/officeDocument/2006/relationships/tags" Target="../tags/tag297.xml"/><Relationship Id="rId12" Type="http://schemas.openxmlformats.org/officeDocument/2006/relationships/tags" Target="../tags/tag296.xml"/><Relationship Id="rId11" Type="http://schemas.openxmlformats.org/officeDocument/2006/relationships/tags" Target="../tags/tag295.xml"/><Relationship Id="rId10" Type="http://schemas.openxmlformats.org/officeDocument/2006/relationships/tags" Target="../tags/tag294.xml"/><Relationship Id="rId1" Type="http://schemas.openxmlformats.org/officeDocument/2006/relationships/tags" Target="../tags/tag285.xml"/></Relationships>
</file>

<file path=ppt/slides/_rels/slide13.xml.rels><?xml version="1.0" encoding="UTF-8" standalone="yes"?>
<Relationships xmlns="http://schemas.openxmlformats.org/package/2006/relationships"><Relationship Id="rId9" Type="http://schemas.openxmlformats.org/officeDocument/2006/relationships/tags" Target="../tags/tag306.xml"/><Relationship Id="rId8" Type="http://schemas.openxmlformats.org/officeDocument/2006/relationships/tags" Target="../tags/tag305.xml"/><Relationship Id="rId7" Type="http://schemas.openxmlformats.org/officeDocument/2006/relationships/tags" Target="../tags/tag304.xml"/><Relationship Id="rId6" Type="http://schemas.openxmlformats.org/officeDocument/2006/relationships/tags" Target="../tags/tag303.xml"/><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9" Type="http://schemas.openxmlformats.org/officeDocument/2006/relationships/notesSlide" Target="../notesSlides/notesSlide1.xml"/><Relationship Id="rId18" Type="http://schemas.openxmlformats.org/officeDocument/2006/relationships/slideLayout" Target="../slideLayouts/slideLayout7.xml"/><Relationship Id="rId17" Type="http://schemas.openxmlformats.org/officeDocument/2006/relationships/themeOverride" Target="../theme/themeOverride8.xml"/><Relationship Id="rId16" Type="http://schemas.openxmlformats.org/officeDocument/2006/relationships/tags" Target="../tags/tag310.xml"/><Relationship Id="rId15" Type="http://schemas.openxmlformats.org/officeDocument/2006/relationships/image" Target="../media/image9.png"/><Relationship Id="rId14" Type="http://schemas.openxmlformats.org/officeDocument/2006/relationships/image" Target="../media/image8.png"/><Relationship Id="rId13" Type="http://schemas.openxmlformats.org/officeDocument/2006/relationships/image" Target="../media/image7.png"/><Relationship Id="rId12" Type="http://schemas.openxmlformats.org/officeDocument/2006/relationships/tags" Target="../tags/tag309.xml"/><Relationship Id="rId11" Type="http://schemas.openxmlformats.org/officeDocument/2006/relationships/tags" Target="../tags/tag308.xml"/><Relationship Id="rId10" Type="http://schemas.openxmlformats.org/officeDocument/2006/relationships/tags" Target="../tags/tag307.xml"/><Relationship Id="rId1" Type="http://schemas.openxmlformats.org/officeDocument/2006/relationships/tags" Target="../tags/tag298.xml"/></Relationships>
</file>

<file path=ppt/slides/_rels/slide14.xml.rels><?xml version="1.0" encoding="UTF-8" standalone="yes"?>
<Relationships xmlns="http://schemas.openxmlformats.org/package/2006/relationships"><Relationship Id="rId9" Type="http://schemas.openxmlformats.org/officeDocument/2006/relationships/tags" Target="../tags/tag319.xml"/><Relationship Id="rId8" Type="http://schemas.openxmlformats.org/officeDocument/2006/relationships/tags" Target="../tags/tag318.xml"/><Relationship Id="rId7" Type="http://schemas.openxmlformats.org/officeDocument/2006/relationships/tags" Target="../tags/tag317.xml"/><Relationship Id="rId6" Type="http://schemas.openxmlformats.org/officeDocument/2006/relationships/tags" Target="../tags/tag316.xml"/><Relationship Id="rId5" Type="http://schemas.openxmlformats.org/officeDocument/2006/relationships/tags" Target="../tags/tag315.xml"/><Relationship Id="rId4" Type="http://schemas.openxmlformats.org/officeDocument/2006/relationships/tags" Target="../tags/tag314.xml"/><Relationship Id="rId3" Type="http://schemas.openxmlformats.org/officeDocument/2006/relationships/tags" Target="../tags/tag313.xml"/><Relationship Id="rId2" Type="http://schemas.openxmlformats.org/officeDocument/2006/relationships/tags" Target="../tags/tag312.xml"/><Relationship Id="rId18" Type="http://schemas.openxmlformats.org/officeDocument/2006/relationships/notesSlide" Target="../notesSlides/notesSlide2.xml"/><Relationship Id="rId17" Type="http://schemas.openxmlformats.org/officeDocument/2006/relationships/slideLayout" Target="../slideLayouts/slideLayout7.xml"/><Relationship Id="rId16" Type="http://schemas.openxmlformats.org/officeDocument/2006/relationships/themeOverride" Target="../theme/themeOverride9.xml"/><Relationship Id="rId15" Type="http://schemas.openxmlformats.org/officeDocument/2006/relationships/tags" Target="../tags/tag323.xml"/><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tags" Target="../tags/tag322.xml"/><Relationship Id="rId11" Type="http://schemas.openxmlformats.org/officeDocument/2006/relationships/tags" Target="../tags/tag321.xml"/><Relationship Id="rId10" Type="http://schemas.openxmlformats.org/officeDocument/2006/relationships/tags" Target="../tags/tag320.xml"/><Relationship Id="rId1" Type="http://schemas.openxmlformats.org/officeDocument/2006/relationships/tags" Target="../tags/tag311.xml"/></Relationships>
</file>

<file path=ppt/slides/_rels/slide15.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5" Type="http://schemas.openxmlformats.org/officeDocument/2006/relationships/slideLayout" Target="../slideLayouts/slideLayout7.xml"/><Relationship Id="rId14" Type="http://schemas.openxmlformats.org/officeDocument/2006/relationships/themeOverride" Target="../theme/themeOverride10.xml"/><Relationship Id="rId13" Type="http://schemas.openxmlformats.org/officeDocument/2006/relationships/tags" Target="../tags/tag335.xml"/><Relationship Id="rId12" Type="http://schemas.openxmlformats.org/officeDocument/2006/relationships/image" Target="../media/image18.png"/><Relationship Id="rId11" Type="http://schemas.openxmlformats.org/officeDocument/2006/relationships/tags" Target="../tags/tag334.xml"/><Relationship Id="rId10" Type="http://schemas.openxmlformats.org/officeDocument/2006/relationships/tags" Target="../tags/tag333.xml"/><Relationship Id="rId1" Type="http://schemas.openxmlformats.org/officeDocument/2006/relationships/tags" Target="../tags/tag324.xml"/></Relationships>
</file>

<file path=ppt/slides/_rels/slide16.xml.rels><?xml version="1.0" encoding="UTF-8" standalone="yes"?>
<Relationships xmlns="http://schemas.openxmlformats.org/package/2006/relationships"><Relationship Id="rId9" Type="http://schemas.openxmlformats.org/officeDocument/2006/relationships/tags" Target="../tags/tag344.xml"/><Relationship Id="rId8" Type="http://schemas.openxmlformats.org/officeDocument/2006/relationships/tags" Target="../tags/tag343.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5" Type="http://schemas.openxmlformats.org/officeDocument/2006/relationships/slideLayout" Target="../slideLayouts/slideLayout7.xml"/><Relationship Id="rId14" Type="http://schemas.openxmlformats.org/officeDocument/2006/relationships/themeOverride" Target="../theme/themeOverride11.xml"/><Relationship Id="rId13" Type="http://schemas.openxmlformats.org/officeDocument/2006/relationships/tags" Target="../tags/tag348.xml"/><Relationship Id="rId12" Type="http://schemas.openxmlformats.org/officeDocument/2006/relationships/tags" Target="../tags/tag347.xml"/><Relationship Id="rId11" Type="http://schemas.openxmlformats.org/officeDocument/2006/relationships/tags" Target="../tags/tag346.xml"/><Relationship Id="rId10" Type="http://schemas.openxmlformats.org/officeDocument/2006/relationships/tags" Target="../tags/tag345.xml"/><Relationship Id="rId1" Type="http://schemas.openxmlformats.org/officeDocument/2006/relationships/tags" Target="../tags/tag336.xml"/></Relationships>
</file>

<file path=ppt/slides/_rels/slide17.xml.rels><?xml version="1.0" encoding="UTF-8" standalone="yes"?>
<Relationships xmlns="http://schemas.openxmlformats.org/package/2006/relationships"><Relationship Id="rId9" Type="http://schemas.openxmlformats.org/officeDocument/2006/relationships/tags" Target="../tags/tag357.xml"/><Relationship Id="rId8" Type="http://schemas.openxmlformats.org/officeDocument/2006/relationships/tags" Target="../tags/tag356.xml"/><Relationship Id="rId7" Type="http://schemas.openxmlformats.org/officeDocument/2006/relationships/tags" Target="../tags/tag355.xml"/><Relationship Id="rId6" Type="http://schemas.openxmlformats.org/officeDocument/2006/relationships/tags" Target="../tags/tag354.xml"/><Relationship Id="rId5" Type="http://schemas.openxmlformats.org/officeDocument/2006/relationships/tags" Target="../tags/tag353.xml"/><Relationship Id="rId4" Type="http://schemas.openxmlformats.org/officeDocument/2006/relationships/tags" Target="../tags/tag352.xml"/><Relationship Id="rId3" Type="http://schemas.openxmlformats.org/officeDocument/2006/relationships/tags" Target="../tags/tag351.xml"/><Relationship Id="rId2" Type="http://schemas.openxmlformats.org/officeDocument/2006/relationships/tags" Target="../tags/tag350.xml"/><Relationship Id="rId15" Type="http://schemas.openxmlformats.org/officeDocument/2006/relationships/slideLayout" Target="../slideLayouts/slideLayout7.xml"/><Relationship Id="rId14" Type="http://schemas.openxmlformats.org/officeDocument/2006/relationships/themeOverride" Target="../theme/themeOverride12.xml"/><Relationship Id="rId13" Type="http://schemas.openxmlformats.org/officeDocument/2006/relationships/tags" Target="../tags/tag361.xml"/><Relationship Id="rId12" Type="http://schemas.openxmlformats.org/officeDocument/2006/relationships/tags" Target="../tags/tag360.xml"/><Relationship Id="rId11" Type="http://schemas.openxmlformats.org/officeDocument/2006/relationships/tags" Target="../tags/tag359.xml"/><Relationship Id="rId10" Type="http://schemas.openxmlformats.org/officeDocument/2006/relationships/tags" Target="../tags/tag358.xml"/><Relationship Id="rId1" Type="http://schemas.openxmlformats.org/officeDocument/2006/relationships/tags" Target="../tags/tag349.xml"/></Relationships>
</file>

<file path=ppt/slides/_rels/slide18.xml.rels><?xml version="1.0" encoding="UTF-8" standalone="yes"?>
<Relationships xmlns="http://schemas.openxmlformats.org/package/2006/relationships"><Relationship Id="rId9" Type="http://schemas.openxmlformats.org/officeDocument/2006/relationships/tags" Target="../tags/tag370.xml"/><Relationship Id="rId8" Type="http://schemas.openxmlformats.org/officeDocument/2006/relationships/tags" Target="../tags/tag369.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5" Type="http://schemas.openxmlformats.org/officeDocument/2006/relationships/slideLayout" Target="../slideLayouts/slideLayout7.xml"/><Relationship Id="rId14" Type="http://schemas.openxmlformats.org/officeDocument/2006/relationships/themeOverride" Target="../theme/themeOverride13.xml"/><Relationship Id="rId13" Type="http://schemas.openxmlformats.org/officeDocument/2006/relationships/tags" Target="../tags/tag374.xml"/><Relationship Id="rId12" Type="http://schemas.openxmlformats.org/officeDocument/2006/relationships/tags" Target="../tags/tag373.xml"/><Relationship Id="rId11" Type="http://schemas.openxmlformats.org/officeDocument/2006/relationships/tags" Target="../tags/tag372.xml"/><Relationship Id="rId10" Type="http://schemas.openxmlformats.org/officeDocument/2006/relationships/tags" Target="../tags/tag371.xml"/><Relationship Id="rId1" Type="http://schemas.openxmlformats.org/officeDocument/2006/relationships/tags" Target="../tags/tag362.xml"/></Relationships>
</file>

<file path=ppt/slides/_rels/slide19.xml.rels><?xml version="1.0" encoding="UTF-8" standalone="yes"?>
<Relationships xmlns="http://schemas.openxmlformats.org/package/2006/relationships"><Relationship Id="rId9" Type="http://schemas.openxmlformats.org/officeDocument/2006/relationships/tags" Target="../tags/tag383.xml"/><Relationship Id="rId8" Type="http://schemas.openxmlformats.org/officeDocument/2006/relationships/tags" Target="../tags/tag382.xml"/><Relationship Id="rId7" Type="http://schemas.openxmlformats.org/officeDocument/2006/relationships/tags" Target="../tags/tag381.xml"/><Relationship Id="rId6" Type="http://schemas.openxmlformats.org/officeDocument/2006/relationships/tags" Target="../tags/tag380.xml"/><Relationship Id="rId5" Type="http://schemas.openxmlformats.org/officeDocument/2006/relationships/tags" Target="../tags/tag379.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7" Type="http://schemas.openxmlformats.org/officeDocument/2006/relationships/slideLayout" Target="../slideLayouts/slideLayout7.xml"/><Relationship Id="rId16" Type="http://schemas.openxmlformats.org/officeDocument/2006/relationships/themeOverride" Target="../theme/themeOverride14.xml"/><Relationship Id="rId15" Type="http://schemas.openxmlformats.org/officeDocument/2006/relationships/tags" Target="../tags/tag387.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tags" Target="../tags/tag386.xml"/><Relationship Id="rId11" Type="http://schemas.openxmlformats.org/officeDocument/2006/relationships/tags" Target="../tags/tag385.xml"/><Relationship Id="rId10" Type="http://schemas.openxmlformats.org/officeDocument/2006/relationships/tags" Target="../tags/tag384.xml"/><Relationship Id="rId1" Type="http://schemas.openxmlformats.org/officeDocument/2006/relationships/tags" Target="../tags/tag375.xml"/></Relationships>
</file>

<file path=ppt/slides/_rels/slide20.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1" Type="http://schemas.openxmlformats.org/officeDocument/2006/relationships/notesSlide" Target="../notesSlides/notesSlide3.xml"/><Relationship Id="rId20" Type="http://schemas.openxmlformats.org/officeDocument/2006/relationships/slideLayout" Target="../slideLayouts/slideLayout7.xml"/><Relationship Id="rId2" Type="http://schemas.openxmlformats.org/officeDocument/2006/relationships/tags" Target="../tags/tag388.xml"/><Relationship Id="rId19" Type="http://schemas.openxmlformats.org/officeDocument/2006/relationships/themeOverride" Target="../theme/themeOverride15.xml"/><Relationship Id="rId18" Type="http://schemas.openxmlformats.org/officeDocument/2006/relationships/tags" Target="../tags/tag400.xml"/><Relationship Id="rId17" Type="http://schemas.openxmlformats.org/officeDocument/2006/relationships/image" Target="../media/image25.png"/><Relationship Id="rId16" Type="http://schemas.openxmlformats.org/officeDocument/2006/relationships/image" Target="../media/image24.png"/><Relationship Id="rId15" Type="http://schemas.openxmlformats.org/officeDocument/2006/relationships/image" Target="../media/image23.png"/><Relationship Id="rId14" Type="http://schemas.openxmlformats.org/officeDocument/2006/relationships/image" Target="../media/image22.png"/><Relationship Id="rId13" Type="http://schemas.openxmlformats.org/officeDocument/2006/relationships/tags" Target="../tags/tag399.xml"/><Relationship Id="rId12" Type="http://schemas.openxmlformats.org/officeDocument/2006/relationships/tags" Target="../tags/tag398.xml"/><Relationship Id="rId11" Type="http://schemas.openxmlformats.org/officeDocument/2006/relationships/tags" Target="../tags/tag397.xml"/><Relationship Id="rId10" Type="http://schemas.openxmlformats.org/officeDocument/2006/relationships/tags" Target="../tags/tag396.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tags" Target="../tags/tag405.xml"/><Relationship Id="rId4" Type="http://schemas.openxmlformats.org/officeDocument/2006/relationships/tags" Target="../tags/tag404.xml"/><Relationship Id="rId3" Type="http://schemas.openxmlformats.org/officeDocument/2006/relationships/tags" Target="../tags/tag403.xml"/><Relationship Id="rId2" Type="http://schemas.openxmlformats.org/officeDocument/2006/relationships/tags" Target="../tags/tag402.xml"/><Relationship Id="rId15" Type="http://schemas.openxmlformats.org/officeDocument/2006/relationships/slideLayout" Target="../slideLayouts/slideLayout7.xml"/><Relationship Id="rId14" Type="http://schemas.openxmlformats.org/officeDocument/2006/relationships/themeOverride" Target="../theme/themeOverride16.xml"/><Relationship Id="rId13" Type="http://schemas.openxmlformats.org/officeDocument/2006/relationships/tags" Target="../tags/tag413.xml"/><Relationship Id="rId12" Type="http://schemas.openxmlformats.org/officeDocument/2006/relationships/tags" Target="../tags/tag412.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tags" Target="../tags/tag401.xml"/></Relationships>
</file>

<file path=ppt/slides/_rels/slide22.xml.rels><?xml version="1.0" encoding="UTF-8" standalone="yes"?>
<Relationships xmlns="http://schemas.openxmlformats.org/package/2006/relationships"><Relationship Id="rId9" Type="http://schemas.openxmlformats.org/officeDocument/2006/relationships/tags" Target="../tags/tag422.xml"/><Relationship Id="rId8" Type="http://schemas.openxmlformats.org/officeDocument/2006/relationships/tags" Target="../tags/tag421.xml"/><Relationship Id="rId7" Type="http://schemas.openxmlformats.org/officeDocument/2006/relationships/tags" Target="../tags/tag420.xml"/><Relationship Id="rId6" Type="http://schemas.openxmlformats.org/officeDocument/2006/relationships/tags" Target="../tags/tag419.xml"/><Relationship Id="rId5" Type="http://schemas.openxmlformats.org/officeDocument/2006/relationships/tags" Target="../tags/tag418.xml"/><Relationship Id="rId4" Type="http://schemas.openxmlformats.org/officeDocument/2006/relationships/tags" Target="../tags/tag417.xml"/><Relationship Id="rId3" Type="http://schemas.openxmlformats.org/officeDocument/2006/relationships/tags" Target="../tags/tag416.xml"/><Relationship Id="rId2" Type="http://schemas.openxmlformats.org/officeDocument/2006/relationships/tags" Target="../tags/tag415.xml"/><Relationship Id="rId19" Type="http://schemas.openxmlformats.org/officeDocument/2006/relationships/slideLayout" Target="../slideLayouts/slideLayout7.xml"/><Relationship Id="rId18" Type="http://schemas.openxmlformats.org/officeDocument/2006/relationships/themeOverride" Target="../theme/themeOverride17.xml"/><Relationship Id="rId17" Type="http://schemas.openxmlformats.org/officeDocument/2006/relationships/tags" Target="../tags/tag426.xml"/><Relationship Id="rId16" Type="http://schemas.openxmlformats.org/officeDocument/2006/relationships/image" Target="../media/image29.png"/><Relationship Id="rId15" Type="http://schemas.openxmlformats.org/officeDocument/2006/relationships/image" Target="../media/image28.png"/><Relationship Id="rId14" Type="http://schemas.openxmlformats.org/officeDocument/2006/relationships/image" Target="../media/image27.png"/><Relationship Id="rId13" Type="http://schemas.openxmlformats.org/officeDocument/2006/relationships/image" Target="../media/image26.png"/><Relationship Id="rId12" Type="http://schemas.openxmlformats.org/officeDocument/2006/relationships/tags" Target="../tags/tag425.xml"/><Relationship Id="rId11" Type="http://schemas.openxmlformats.org/officeDocument/2006/relationships/tags" Target="../tags/tag424.xml"/><Relationship Id="rId10" Type="http://schemas.openxmlformats.org/officeDocument/2006/relationships/tags" Target="../tags/tag423.xml"/><Relationship Id="rId1" Type="http://schemas.openxmlformats.org/officeDocument/2006/relationships/tags" Target="../tags/tag414.xml"/></Relationships>
</file>

<file path=ppt/slides/_rels/slide23.xml.rels><?xml version="1.0" encoding="UTF-8" standalone="yes"?>
<Relationships xmlns="http://schemas.openxmlformats.org/package/2006/relationships"><Relationship Id="rId9" Type="http://schemas.openxmlformats.org/officeDocument/2006/relationships/tags" Target="../tags/tag435.xml"/><Relationship Id="rId8" Type="http://schemas.openxmlformats.org/officeDocument/2006/relationships/tags" Target="../tags/tag434.xml"/><Relationship Id="rId7" Type="http://schemas.openxmlformats.org/officeDocument/2006/relationships/tags" Target="../tags/tag433.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5" Type="http://schemas.openxmlformats.org/officeDocument/2006/relationships/slideLayout" Target="../slideLayouts/slideLayout7.xml"/><Relationship Id="rId14" Type="http://schemas.openxmlformats.org/officeDocument/2006/relationships/themeOverride" Target="../theme/themeOverride18.xml"/><Relationship Id="rId13" Type="http://schemas.openxmlformats.org/officeDocument/2006/relationships/tags" Target="../tags/tag439.xml"/><Relationship Id="rId12" Type="http://schemas.openxmlformats.org/officeDocument/2006/relationships/tags" Target="../tags/tag438.xml"/><Relationship Id="rId11" Type="http://schemas.openxmlformats.org/officeDocument/2006/relationships/tags" Target="../tags/tag437.xml"/><Relationship Id="rId10" Type="http://schemas.openxmlformats.org/officeDocument/2006/relationships/tags" Target="../tags/tag436.xml"/><Relationship Id="rId1" Type="http://schemas.openxmlformats.org/officeDocument/2006/relationships/tags" Target="../tags/tag427.xml"/></Relationships>
</file>

<file path=ppt/slides/_rels/slide24.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8" Type="http://schemas.openxmlformats.org/officeDocument/2006/relationships/slideLayout" Target="../slideLayouts/slideLayout7.xml"/><Relationship Id="rId17" Type="http://schemas.openxmlformats.org/officeDocument/2006/relationships/themeOverride" Target="../theme/themeOverride19.xml"/><Relationship Id="rId16" Type="http://schemas.openxmlformats.org/officeDocument/2006/relationships/tags" Target="../tags/tag452.xml"/><Relationship Id="rId15" Type="http://schemas.openxmlformats.org/officeDocument/2006/relationships/image" Target="../media/image32.png"/><Relationship Id="rId14" Type="http://schemas.openxmlformats.org/officeDocument/2006/relationships/image" Target="../media/image31.png"/><Relationship Id="rId13" Type="http://schemas.openxmlformats.org/officeDocument/2006/relationships/image" Target="../media/image30.png"/><Relationship Id="rId12" Type="http://schemas.openxmlformats.org/officeDocument/2006/relationships/tags" Target="../tags/tag451.xml"/><Relationship Id="rId11" Type="http://schemas.openxmlformats.org/officeDocument/2006/relationships/tags" Target="../tags/tag450.xml"/><Relationship Id="rId10" Type="http://schemas.openxmlformats.org/officeDocument/2006/relationships/tags" Target="../tags/tag449.xml"/><Relationship Id="rId1" Type="http://schemas.openxmlformats.org/officeDocument/2006/relationships/tags" Target="../tags/tag440.xml"/></Relationships>
</file>

<file path=ppt/slides/_rels/slide25.xml.rels><?xml version="1.0" encoding="UTF-8" standalone="yes"?>
<Relationships xmlns="http://schemas.openxmlformats.org/package/2006/relationships"><Relationship Id="rId9" Type="http://schemas.openxmlformats.org/officeDocument/2006/relationships/tags" Target="../tags/tag460.xml"/><Relationship Id="rId8" Type="http://schemas.openxmlformats.org/officeDocument/2006/relationships/tags" Target="../tags/tag459.xml"/><Relationship Id="rId7" Type="http://schemas.openxmlformats.org/officeDocument/2006/relationships/tags" Target="../tags/tag458.xml"/><Relationship Id="rId6" Type="http://schemas.openxmlformats.org/officeDocument/2006/relationships/tags" Target="../tags/tag457.xml"/><Relationship Id="rId5" Type="http://schemas.openxmlformats.org/officeDocument/2006/relationships/tags" Target="../tags/tag456.xml"/><Relationship Id="rId4" Type="http://schemas.openxmlformats.org/officeDocument/2006/relationships/tags" Target="../tags/tag455.xml"/><Relationship Id="rId3" Type="http://schemas.openxmlformats.org/officeDocument/2006/relationships/tags" Target="../tags/tag454.xml"/><Relationship Id="rId2" Type="http://schemas.openxmlformats.org/officeDocument/2006/relationships/tags" Target="../tags/tag453.xml"/><Relationship Id="rId18" Type="http://schemas.openxmlformats.org/officeDocument/2006/relationships/slideLayout" Target="../slideLayouts/slideLayout7.xml"/><Relationship Id="rId17" Type="http://schemas.openxmlformats.org/officeDocument/2006/relationships/themeOverride" Target="../theme/themeOverride20.xml"/><Relationship Id="rId16" Type="http://schemas.openxmlformats.org/officeDocument/2006/relationships/tags" Target="../tags/tag465.xml"/><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tags" Target="../tags/tag464.xml"/><Relationship Id="rId12" Type="http://schemas.openxmlformats.org/officeDocument/2006/relationships/tags" Target="../tags/tag463.xml"/><Relationship Id="rId11" Type="http://schemas.openxmlformats.org/officeDocument/2006/relationships/tags" Target="../tags/tag462.xml"/><Relationship Id="rId10" Type="http://schemas.openxmlformats.org/officeDocument/2006/relationships/tags" Target="../tags/tag461.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 Id="rId3" Type="http://schemas.openxmlformats.org/officeDocument/2006/relationships/tags" Target="../tags/tag468.xml"/><Relationship Id="rId2" Type="http://schemas.openxmlformats.org/officeDocument/2006/relationships/tags" Target="../tags/tag467.xml"/><Relationship Id="rId15" Type="http://schemas.openxmlformats.org/officeDocument/2006/relationships/slideLayout" Target="../slideLayouts/slideLayout7.xml"/><Relationship Id="rId14" Type="http://schemas.openxmlformats.org/officeDocument/2006/relationships/themeOverride" Target="../theme/themeOverride21.xml"/><Relationship Id="rId13" Type="http://schemas.openxmlformats.org/officeDocument/2006/relationships/tags" Target="../tags/tag478.xml"/><Relationship Id="rId12" Type="http://schemas.openxmlformats.org/officeDocument/2006/relationships/tags" Target="../tags/tag477.xml"/><Relationship Id="rId11" Type="http://schemas.openxmlformats.org/officeDocument/2006/relationships/tags" Target="../tags/tag476.xml"/><Relationship Id="rId10" Type="http://schemas.openxmlformats.org/officeDocument/2006/relationships/tags" Target="../tags/tag475.xml"/><Relationship Id="rId1" Type="http://schemas.openxmlformats.org/officeDocument/2006/relationships/tags" Target="../tags/tag466.xml"/></Relationships>
</file>

<file path=ppt/slides/_rels/slide27.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tags" Target="../tags/tag486.xml"/><Relationship Id="rId7" Type="http://schemas.openxmlformats.org/officeDocument/2006/relationships/tags" Target="../tags/tag485.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6" Type="http://schemas.openxmlformats.org/officeDocument/2006/relationships/slideLayout" Target="../slideLayouts/slideLayout7.xml"/><Relationship Id="rId15" Type="http://schemas.openxmlformats.org/officeDocument/2006/relationships/themeOverride" Target="../theme/themeOverride22.xml"/><Relationship Id="rId14" Type="http://schemas.openxmlformats.org/officeDocument/2006/relationships/tags" Target="../tags/tag491.xml"/><Relationship Id="rId13" Type="http://schemas.openxmlformats.org/officeDocument/2006/relationships/image" Target="../media/image36.png"/><Relationship Id="rId12" Type="http://schemas.openxmlformats.org/officeDocument/2006/relationships/tags" Target="../tags/tag490.xml"/><Relationship Id="rId11" Type="http://schemas.openxmlformats.org/officeDocument/2006/relationships/tags" Target="../tags/tag489.xml"/><Relationship Id="rId10" Type="http://schemas.openxmlformats.org/officeDocument/2006/relationships/tags" Target="../tags/tag488.xml"/><Relationship Id="rId1" Type="http://schemas.openxmlformats.org/officeDocument/2006/relationships/tags" Target="../tags/tag479.xml"/></Relationships>
</file>

<file path=ppt/slides/_rels/slide28.xml.rels><?xml version="1.0" encoding="UTF-8" standalone="yes"?>
<Relationships xmlns="http://schemas.openxmlformats.org/package/2006/relationships"><Relationship Id="rId9" Type="http://schemas.openxmlformats.org/officeDocument/2006/relationships/tags" Target="../tags/tag500.xml"/><Relationship Id="rId8" Type="http://schemas.openxmlformats.org/officeDocument/2006/relationships/tags" Target="../tags/tag499.xml"/><Relationship Id="rId7" Type="http://schemas.openxmlformats.org/officeDocument/2006/relationships/tags" Target="../tags/tag498.xml"/><Relationship Id="rId6" Type="http://schemas.openxmlformats.org/officeDocument/2006/relationships/tags" Target="../tags/tag497.xml"/><Relationship Id="rId5" Type="http://schemas.openxmlformats.org/officeDocument/2006/relationships/tags" Target="../tags/tag496.xml"/><Relationship Id="rId4" Type="http://schemas.openxmlformats.org/officeDocument/2006/relationships/tags" Target="../tags/tag495.xml"/><Relationship Id="rId3" Type="http://schemas.openxmlformats.org/officeDocument/2006/relationships/tags" Target="../tags/tag494.xml"/><Relationship Id="rId2" Type="http://schemas.openxmlformats.org/officeDocument/2006/relationships/tags" Target="../tags/tag493.xml"/><Relationship Id="rId19" Type="http://schemas.openxmlformats.org/officeDocument/2006/relationships/slideLayout" Target="../slideLayouts/slideLayout7.xml"/><Relationship Id="rId18" Type="http://schemas.openxmlformats.org/officeDocument/2006/relationships/themeOverride" Target="../theme/themeOverride23.xml"/><Relationship Id="rId17" Type="http://schemas.openxmlformats.org/officeDocument/2006/relationships/tags" Target="../tags/tag504.xml"/><Relationship Id="rId16" Type="http://schemas.openxmlformats.org/officeDocument/2006/relationships/image" Target="../media/image39.png"/><Relationship Id="rId15" Type="http://schemas.openxmlformats.org/officeDocument/2006/relationships/image" Target="../media/image38.png"/><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tags" Target="../tags/tag503.xml"/><Relationship Id="rId11" Type="http://schemas.openxmlformats.org/officeDocument/2006/relationships/tags" Target="../tags/tag502.xml"/><Relationship Id="rId10" Type="http://schemas.openxmlformats.org/officeDocument/2006/relationships/tags" Target="../tags/tag501.xml"/><Relationship Id="rId1" Type="http://schemas.openxmlformats.org/officeDocument/2006/relationships/tags" Target="../tags/tag492.xml"/></Relationships>
</file>

<file path=ppt/slides/_rels/slide29.xml.rels><?xml version="1.0" encoding="UTF-8" standalone="yes"?>
<Relationships xmlns="http://schemas.openxmlformats.org/package/2006/relationships"><Relationship Id="rId9" Type="http://schemas.openxmlformats.org/officeDocument/2006/relationships/tags" Target="../tags/tag513.xml"/><Relationship Id="rId8" Type="http://schemas.openxmlformats.org/officeDocument/2006/relationships/tags" Target="../tags/tag512.xml"/><Relationship Id="rId7" Type="http://schemas.openxmlformats.org/officeDocument/2006/relationships/tags" Target="../tags/tag511.xml"/><Relationship Id="rId6" Type="http://schemas.openxmlformats.org/officeDocument/2006/relationships/tags" Target="../tags/tag510.xml"/><Relationship Id="rId5" Type="http://schemas.openxmlformats.org/officeDocument/2006/relationships/tags" Target="../tags/tag509.xml"/><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7" Type="http://schemas.openxmlformats.org/officeDocument/2006/relationships/slideLayout" Target="../slideLayouts/slideLayout7.xml"/><Relationship Id="rId16" Type="http://schemas.openxmlformats.org/officeDocument/2006/relationships/themeOverride" Target="../theme/themeOverride24.xml"/><Relationship Id="rId15" Type="http://schemas.openxmlformats.org/officeDocument/2006/relationships/tags" Target="../tags/tag517.xml"/><Relationship Id="rId14" Type="http://schemas.openxmlformats.org/officeDocument/2006/relationships/image" Target="../media/image40.png"/><Relationship Id="rId13" Type="http://schemas.openxmlformats.org/officeDocument/2006/relationships/image" Target="../media/image36.png"/><Relationship Id="rId12" Type="http://schemas.openxmlformats.org/officeDocument/2006/relationships/tags" Target="../tags/tag516.xml"/><Relationship Id="rId11" Type="http://schemas.openxmlformats.org/officeDocument/2006/relationships/tags" Target="../tags/tag515.xml"/><Relationship Id="rId10" Type="http://schemas.openxmlformats.org/officeDocument/2006/relationships/tags" Target="../tags/tag514.xml"/><Relationship Id="rId1" Type="http://schemas.openxmlformats.org/officeDocument/2006/relationships/tags" Target="../tags/tag505.xml"/></Relationships>
</file>

<file path=ppt/slides/_rels/slide30.xml.rels><?xml version="1.0" encoding="UTF-8" standalone="yes"?>
<Relationships xmlns="http://schemas.openxmlformats.org/package/2006/relationships"><Relationship Id="rId9" Type="http://schemas.openxmlformats.org/officeDocument/2006/relationships/tags" Target="../tags/tag526.xml"/><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9" Type="http://schemas.openxmlformats.org/officeDocument/2006/relationships/slideLayout" Target="../slideLayouts/slideLayout7.xml"/><Relationship Id="rId18" Type="http://schemas.openxmlformats.org/officeDocument/2006/relationships/themeOverride" Target="../theme/themeOverride25.xml"/><Relationship Id="rId17" Type="http://schemas.openxmlformats.org/officeDocument/2006/relationships/tags" Target="../tags/tag530.xml"/><Relationship Id="rId16" Type="http://schemas.openxmlformats.org/officeDocument/2006/relationships/image" Target="../media/image44.png"/><Relationship Id="rId15" Type="http://schemas.openxmlformats.org/officeDocument/2006/relationships/image" Target="../media/image43.png"/><Relationship Id="rId14" Type="http://schemas.openxmlformats.org/officeDocument/2006/relationships/image" Target="../media/image42.png"/><Relationship Id="rId13" Type="http://schemas.openxmlformats.org/officeDocument/2006/relationships/image" Target="../media/image41.png"/><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tags" Target="../tags/tag527.xml"/><Relationship Id="rId1" Type="http://schemas.openxmlformats.org/officeDocument/2006/relationships/tags" Target="../tags/tag51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532.xml"/><Relationship Id="rId1" Type="http://schemas.openxmlformats.org/officeDocument/2006/relationships/tags" Target="../tags/tag531.xml"/></Relationships>
</file>

<file path=ppt/slides/_rels/slide32.xml.rels><?xml version="1.0" encoding="UTF-8" standalone="yes"?>
<Relationships xmlns="http://schemas.openxmlformats.org/package/2006/relationships"><Relationship Id="rId9" Type="http://schemas.openxmlformats.org/officeDocument/2006/relationships/tags" Target="../tags/tag541.xml"/><Relationship Id="rId8" Type="http://schemas.openxmlformats.org/officeDocument/2006/relationships/tags" Target="../tags/tag540.xml"/><Relationship Id="rId7" Type="http://schemas.openxmlformats.org/officeDocument/2006/relationships/tags" Target="../tags/tag539.xml"/><Relationship Id="rId6" Type="http://schemas.openxmlformats.org/officeDocument/2006/relationships/tags" Target="../tags/tag538.xml"/><Relationship Id="rId5" Type="http://schemas.openxmlformats.org/officeDocument/2006/relationships/tags" Target="../tags/tag537.xml"/><Relationship Id="rId4" Type="http://schemas.openxmlformats.org/officeDocument/2006/relationships/tags" Target="../tags/tag536.xml"/><Relationship Id="rId3" Type="http://schemas.openxmlformats.org/officeDocument/2006/relationships/tags" Target="../tags/tag535.xml"/><Relationship Id="rId2" Type="http://schemas.openxmlformats.org/officeDocument/2006/relationships/tags" Target="../tags/tag534.xml"/><Relationship Id="rId15" Type="http://schemas.openxmlformats.org/officeDocument/2006/relationships/slideLayout" Target="../slideLayouts/slideLayout7.xml"/><Relationship Id="rId14" Type="http://schemas.openxmlformats.org/officeDocument/2006/relationships/themeOverride" Target="../theme/themeOverride26.xml"/><Relationship Id="rId13" Type="http://schemas.openxmlformats.org/officeDocument/2006/relationships/tags" Target="../tags/tag545.xml"/><Relationship Id="rId12" Type="http://schemas.openxmlformats.org/officeDocument/2006/relationships/tags" Target="../tags/tag544.xml"/><Relationship Id="rId11" Type="http://schemas.openxmlformats.org/officeDocument/2006/relationships/tags" Target="../tags/tag543.xml"/><Relationship Id="rId10" Type="http://schemas.openxmlformats.org/officeDocument/2006/relationships/tags" Target="../tags/tag542.xml"/><Relationship Id="rId1" Type="http://schemas.openxmlformats.org/officeDocument/2006/relationships/tags" Target="../tags/tag533.xml"/></Relationships>
</file>

<file path=ppt/slides/_rels/slide33.xml.rels><?xml version="1.0" encoding="UTF-8" standalone="yes"?>
<Relationships xmlns="http://schemas.openxmlformats.org/package/2006/relationships"><Relationship Id="rId9" Type="http://schemas.openxmlformats.org/officeDocument/2006/relationships/tags" Target="../tags/tag554.xml"/><Relationship Id="rId8" Type="http://schemas.openxmlformats.org/officeDocument/2006/relationships/tags" Target="../tags/tag553.xml"/><Relationship Id="rId7" Type="http://schemas.openxmlformats.org/officeDocument/2006/relationships/tags" Target="../tags/tag552.xml"/><Relationship Id="rId6" Type="http://schemas.openxmlformats.org/officeDocument/2006/relationships/tags" Target="../tags/tag551.xml"/><Relationship Id="rId5" Type="http://schemas.openxmlformats.org/officeDocument/2006/relationships/tags" Target="../tags/tag550.xml"/><Relationship Id="rId4" Type="http://schemas.openxmlformats.org/officeDocument/2006/relationships/tags" Target="../tags/tag549.xml"/><Relationship Id="rId3" Type="http://schemas.openxmlformats.org/officeDocument/2006/relationships/tags" Target="../tags/tag548.xml"/><Relationship Id="rId2" Type="http://schemas.openxmlformats.org/officeDocument/2006/relationships/tags" Target="../tags/tag547.xml"/><Relationship Id="rId12" Type="http://schemas.openxmlformats.org/officeDocument/2006/relationships/slideLayout" Target="../slideLayouts/slideLayout7.xml"/><Relationship Id="rId11" Type="http://schemas.openxmlformats.org/officeDocument/2006/relationships/themeOverride" Target="../theme/themeOverride27.xml"/><Relationship Id="rId10" Type="http://schemas.openxmlformats.org/officeDocument/2006/relationships/tags" Target="../tags/tag555.xml"/><Relationship Id="rId1" Type="http://schemas.openxmlformats.org/officeDocument/2006/relationships/tags" Target="../tags/tag546.xml"/></Relationships>
</file>

<file path=ppt/slides/_rels/slide34.xml.rels><?xml version="1.0" encoding="UTF-8" standalone="yes"?>
<Relationships xmlns="http://schemas.openxmlformats.org/package/2006/relationships"><Relationship Id="rId9" Type="http://schemas.openxmlformats.org/officeDocument/2006/relationships/tags" Target="../tags/tag564.xml"/><Relationship Id="rId8" Type="http://schemas.openxmlformats.org/officeDocument/2006/relationships/tags" Target="../tags/tag563.xml"/><Relationship Id="rId7" Type="http://schemas.openxmlformats.org/officeDocument/2006/relationships/tags" Target="../tags/tag562.xml"/><Relationship Id="rId6" Type="http://schemas.openxmlformats.org/officeDocument/2006/relationships/tags" Target="../tags/tag561.xml"/><Relationship Id="rId5" Type="http://schemas.openxmlformats.org/officeDocument/2006/relationships/tags" Target="../tags/tag560.xml"/><Relationship Id="rId4" Type="http://schemas.openxmlformats.org/officeDocument/2006/relationships/tags" Target="../tags/tag559.xml"/><Relationship Id="rId3" Type="http://schemas.openxmlformats.org/officeDocument/2006/relationships/tags" Target="../tags/tag558.xml"/><Relationship Id="rId2" Type="http://schemas.openxmlformats.org/officeDocument/2006/relationships/tags" Target="../tags/tag557.xml"/><Relationship Id="rId15" Type="http://schemas.openxmlformats.org/officeDocument/2006/relationships/slideLayout" Target="../slideLayouts/slideLayout7.xml"/><Relationship Id="rId14" Type="http://schemas.openxmlformats.org/officeDocument/2006/relationships/themeOverride" Target="../theme/themeOverride28.xml"/><Relationship Id="rId13" Type="http://schemas.openxmlformats.org/officeDocument/2006/relationships/tags" Target="../tags/tag565.xml"/><Relationship Id="rId12" Type="http://schemas.openxmlformats.org/officeDocument/2006/relationships/image" Target="../media/image47.png"/><Relationship Id="rId11" Type="http://schemas.openxmlformats.org/officeDocument/2006/relationships/image" Target="../media/image46.png"/><Relationship Id="rId10" Type="http://schemas.openxmlformats.org/officeDocument/2006/relationships/image" Target="../media/image45.png"/><Relationship Id="rId1" Type="http://schemas.openxmlformats.org/officeDocument/2006/relationships/tags" Target="../tags/tag556.xml"/></Relationships>
</file>

<file path=ppt/slides/_rels/slide35.xml.rels><?xml version="1.0" encoding="UTF-8" standalone="yes"?>
<Relationships xmlns="http://schemas.openxmlformats.org/package/2006/relationships"><Relationship Id="rId9" Type="http://schemas.openxmlformats.org/officeDocument/2006/relationships/tags" Target="../tags/tag574.xml"/><Relationship Id="rId8" Type="http://schemas.openxmlformats.org/officeDocument/2006/relationships/tags" Target="../tags/tag573.xml"/><Relationship Id="rId7" Type="http://schemas.openxmlformats.org/officeDocument/2006/relationships/tags" Target="../tags/tag572.xml"/><Relationship Id="rId6" Type="http://schemas.openxmlformats.org/officeDocument/2006/relationships/tags" Target="../tags/tag571.xml"/><Relationship Id="rId5" Type="http://schemas.openxmlformats.org/officeDocument/2006/relationships/tags" Target="../tags/tag570.xml"/><Relationship Id="rId4" Type="http://schemas.openxmlformats.org/officeDocument/2006/relationships/tags" Target="../tags/tag569.xml"/><Relationship Id="rId3" Type="http://schemas.openxmlformats.org/officeDocument/2006/relationships/tags" Target="../tags/tag568.xml"/><Relationship Id="rId2" Type="http://schemas.openxmlformats.org/officeDocument/2006/relationships/tags" Target="../tags/tag567.xml"/><Relationship Id="rId15" Type="http://schemas.openxmlformats.org/officeDocument/2006/relationships/slideLayout" Target="../slideLayouts/slideLayout7.xml"/><Relationship Id="rId14" Type="http://schemas.openxmlformats.org/officeDocument/2006/relationships/themeOverride" Target="../theme/themeOverride29.xml"/><Relationship Id="rId13" Type="http://schemas.openxmlformats.org/officeDocument/2006/relationships/tags" Target="../tags/tag575.xml"/><Relationship Id="rId12" Type="http://schemas.openxmlformats.org/officeDocument/2006/relationships/image" Target="../media/image50.png"/><Relationship Id="rId11" Type="http://schemas.openxmlformats.org/officeDocument/2006/relationships/image" Target="../media/image49.png"/><Relationship Id="rId10" Type="http://schemas.openxmlformats.org/officeDocument/2006/relationships/image" Target="../media/image48.png"/><Relationship Id="rId1" Type="http://schemas.openxmlformats.org/officeDocument/2006/relationships/tags" Target="../tags/tag566.xml"/></Relationships>
</file>

<file path=ppt/slides/_rels/slide36.xml.rels><?xml version="1.0" encoding="UTF-8" standalone="yes"?>
<Relationships xmlns="http://schemas.openxmlformats.org/package/2006/relationships"><Relationship Id="rId9" Type="http://schemas.openxmlformats.org/officeDocument/2006/relationships/tags" Target="../tags/tag584.xml"/><Relationship Id="rId8" Type="http://schemas.openxmlformats.org/officeDocument/2006/relationships/tags" Target="../tags/tag583.xml"/><Relationship Id="rId7" Type="http://schemas.openxmlformats.org/officeDocument/2006/relationships/tags" Target="../tags/tag582.xml"/><Relationship Id="rId6" Type="http://schemas.openxmlformats.org/officeDocument/2006/relationships/tags" Target="../tags/tag581.xml"/><Relationship Id="rId5" Type="http://schemas.openxmlformats.org/officeDocument/2006/relationships/tags" Target="../tags/tag580.xml"/><Relationship Id="rId4" Type="http://schemas.openxmlformats.org/officeDocument/2006/relationships/tags" Target="../tags/tag579.xml"/><Relationship Id="rId3" Type="http://schemas.openxmlformats.org/officeDocument/2006/relationships/tags" Target="../tags/tag578.xml"/><Relationship Id="rId2" Type="http://schemas.openxmlformats.org/officeDocument/2006/relationships/tags" Target="../tags/tag577.xml"/><Relationship Id="rId12" Type="http://schemas.openxmlformats.org/officeDocument/2006/relationships/slideLayout" Target="../slideLayouts/slideLayout7.xml"/><Relationship Id="rId11" Type="http://schemas.openxmlformats.org/officeDocument/2006/relationships/themeOverride" Target="../theme/themeOverride30.xml"/><Relationship Id="rId10" Type="http://schemas.openxmlformats.org/officeDocument/2006/relationships/tags" Target="../tags/tag585.xml"/><Relationship Id="rId1" Type="http://schemas.openxmlformats.org/officeDocument/2006/relationships/tags" Target="../tags/tag576.xml"/></Relationships>
</file>

<file path=ppt/slides/_rels/slide37.xml.rels><?xml version="1.0" encoding="UTF-8" standalone="yes"?>
<Relationships xmlns="http://schemas.openxmlformats.org/package/2006/relationships"><Relationship Id="rId9" Type="http://schemas.openxmlformats.org/officeDocument/2006/relationships/tags" Target="../tags/tag594.xml"/><Relationship Id="rId8" Type="http://schemas.openxmlformats.org/officeDocument/2006/relationships/tags" Target="../tags/tag593.xml"/><Relationship Id="rId7" Type="http://schemas.openxmlformats.org/officeDocument/2006/relationships/tags" Target="../tags/tag592.xml"/><Relationship Id="rId6" Type="http://schemas.openxmlformats.org/officeDocument/2006/relationships/tags" Target="../tags/tag591.xml"/><Relationship Id="rId5" Type="http://schemas.openxmlformats.org/officeDocument/2006/relationships/tags" Target="../tags/tag590.xml"/><Relationship Id="rId4" Type="http://schemas.openxmlformats.org/officeDocument/2006/relationships/tags" Target="../tags/tag589.xml"/><Relationship Id="rId3" Type="http://schemas.openxmlformats.org/officeDocument/2006/relationships/tags" Target="../tags/tag588.xml"/><Relationship Id="rId2" Type="http://schemas.openxmlformats.org/officeDocument/2006/relationships/tags" Target="../tags/tag587.xml"/><Relationship Id="rId16" Type="http://schemas.openxmlformats.org/officeDocument/2006/relationships/slideLayout" Target="../slideLayouts/slideLayout7.xml"/><Relationship Id="rId15" Type="http://schemas.openxmlformats.org/officeDocument/2006/relationships/themeOverride" Target="../theme/themeOverride31.xml"/><Relationship Id="rId14" Type="http://schemas.openxmlformats.org/officeDocument/2006/relationships/tags" Target="../tags/tag595.xml"/><Relationship Id="rId13" Type="http://schemas.openxmlformats.org/officeDocument/2006/relationships/image" Target="../media/image54.pn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tags" Target="../tags/tag586.xml"/></Relationships>
</file>

<file path=ppt/slides/_rels/slide38.xml.rels><?xml version="1.0" encoding="UTF-8" standalone="yes"?>
<Relationships xmlns="http://schemas.openxmlformats.org/package/2006/relationships"><Relationship Id="rId9" Type="http://schemas.openxmlformats.org/officeDocument/2006/relationships/tags" Target="../tags/tag604.xml"/><Relationship Id="rId8" Type="http://schemas.openxmlformats.org/officeDocument/2006/relationships/tags" Target="../tags/tag603.xml"/><Relationship Id="rId7" Type="http://schemas.openxmlformats.org/officeDocument/2006/relationships/tags" Target="../tags/tag602.xml"/><Relationship Id="rId6" Type="http://schemas.openxmlformats.org/officeDocument/2006/relationships/tags" Target="../tags/tag601.xml"/><Relationship Id="rId5" Type="http://schemas.openxmlformats.org/officeDocument/2006/relationships/tags" Target="../tags/tag600.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5" Type="http://schemas.openxmlformats.org/officeDocument/2006/relationships/slideLayout" Target="../slideLayouts/slideLayout7.xml"/><Relationship Id="rId14" Type="http://schemas.openxmlformats.org/officeDocument/2006/relationships/themeOverride" Target="../theme/themeOverride32.xml"/><Relationship Id="rId13" Type="http://schemas.openxmlformats.org/officeDocument/2006/relationships/tags" Target="../tags/tag605.xml"/><Relationship Id="rId12" Type="http://schemas.openxmlformats.org/officeDocument/2006/relationships/image" Target="../media/image57.png"/><Relationship Id="rId11" Type="http://schemas.openxmlformats.org/officeDocument/2006/relationships/image" Target="../media/image56.png"/><Relationship Id="rId10" Type="http://schemas.openxmlformats.org/officeDocument/2006/relationships/image" Target="../media/image55.png"/><Relationship Id="rId1" Type="http://schemas.openxmlformats.org/officeDocument/2006/relationships/tags" Target="../tags/tag596.xml"/></Relationships>
</file>

<file path=ppt/slides/_rels/slide39.xml.rels><?xml version="1.0" encoding="UTF-8" standalone="yes"?>
<Relationships xmlns="http://schemas.openxmlformats.org/package/2006/relationships"><Relationship Id="rId9" Type="http://schemas.openxmlformats.org/officeDocument/2006/relationships/tags" Target="../tags/tag614.xml"/><Relationship Id="rId8" Type="http://schemas.openxmlformats.org/officeDocument/2006/relationships/tags" Target="../tags/tag613.xml"/><Relationship Id="rId7" Type="http://schemas.openxmlformats.org/officeDocument/2006/relationships/tags" Target="../tags/tag612.xml"/><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 Id="rId3" Type="http://schemas.openxmlformats.org/officeDocument/2006/relationships/tags" Target="../tags/tag608.xml"/><Relationship Id="rId2" Type="http://schemas.openxmlformats.org/officeDocument/2006/relationships/tags" Target="../tags/tag607.xml"/><Relationship Id="rId15" Type="http://schemas.openxmlformats.org/officeDocument/2006/relationships/slideLayout" Target="../slideLayouts/slideLayout7.xml"/><Relationship Id="rId14" Type="http://schemas.openxmlformats.org/officeDocument/2006/relationships/themeOverride" Target="../theme/themeOverride33.xml"/><Relationship Id="rId13" Type="http://schemas.openxmlformats.org/officeDocument/2006/relationships/tags" Target="../tags/tag615.xml"/><Relationship Id="rId12" Type="http://schemas.openxmlformats.org/officeDocument/2006/relationships/image" Target="../media/image59.png"/><Relationship Id="rId11" Type="http://schemas.openxmlformats.org/officeDocument/2006/relationships/image" Target="../media/image58.png"/><Relationship Id="rId10" Type="http://schemas.openxmlformats.org/officeDocument/2006/relationships/image" Target="../media/image55.png"/><Relationship Id="rId1" Type="http://schemas.openxmlformats.org/officeDocument/2006/relationships/tags" Target="../tags/tag606.xml"/></Relationships>
</file>

<file path=ppt/slides/_rels/slide40.xml.rels><?xml version="1.0" encoding="UTF-8" standalone="yes"?>
<Relationships xmlns="http://schemas.openxmlformats.org/package/2006/relationships"><Relationship Id="rId9" Type="http://schemas.openxmlformats.org/officeDocument/2006/relationships/tags" Target="../tags/tag624.xml"/><Relationship Id="rId8" Type="http://schemas.openxmlformats.org/officeDocument/2006/relationships/tags" Target="../tags/tag623.xml"/><Relationship Id="rId7" Type="http://schemas.openxmlformats.org/officeDocument/2006/relationships/tags" Target="../tags/tag622.xml"/><Relationship Id="rId6" Type="http://schemas.openxmlformats.org/officeDocument/2006/relationships/tags" Target="../tags/tag621.xml"/><Relationship Id="rId5" Type="http://schemas.openxmlformats.org/officeDocument/2006/relationships/tags" Target="../tags/tag620.xml"/><Relationship Id="rId4" Type="http://schemas.openxmlformats.org/officeDocument/2006/relationships/tags" Target="../tags/tag619.xml"/><Relationship Id="rId3" Type="http://schemas.openxmlformats.org/officeDocument/2006/relationships/tags" Target="../tags/tag618.xml"/><Relationship Id="rId2" Type="http://schemas.openxmlformats.org/officeDocument/2006/relationships/tags" Target="../tags/tag617.xml"/><Relationship Id="rId12" Type="http://schemas.openxmlformats.org/officeDocument/2006/relationships/slideLayout" Target="../slideLayouts/slideLayout7.xml"/><Relationship Id="rId11" Type="http://schemas.openxmlformats.org/officeDocument/2006/relationships/themeOverride" Target="../theme/themeOverride34.xml"/><Relationship Id="rId10" Type="http://schemas.openxmlformats.org/officeDocument/2006/relationships/tags" Target="../tags/tag625.xml"/><Relationship Id="rId1" Type="http://schemas.openxmlformats.org/officeDocument/2006/relationships/tags" Target="../tags/tag616.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27.xml"/><Relationship Id="rId1" Type="http://schemas.openxmlformats.org/officeDocument/2006/relationships/tags" Target="../tags/tag626.xml"/></Relationships>
</file>

<file path=ppt/slides/_rels/slide42.xml.rels><?xml version="1.0" encoding="UTF-8" standalone="yes"?>
<Relationships xmlns="http://schemas.openxmlformats.org/package/2006/relationships"><Relationship Id="rId9" Type="http://schemas.openxmlformats.org/officeDocument/2006/relationships/tags" Target="../tags/tag636.xml"/><Relationship Id="rId8" Type="http://schemas.openxmlformats.org/officeDocument/2006/relationships/tags" Target="../tags/tag635.xml"/><Relationship Id="rId7" Type="http://schemas.openxmlformats.org/officeDocument/2006/relationships/tags" Target="../tags/tag634.xml"/><Relationship Id="rId6" Type="http://schemas.openxmlformats.org/officeDocument/2006/relationships/tags" Target="../tags/tag633.xml"/><Relationship Id="rId5" Type="http://schemas.openxmlformats.org/officeDocument/2006/relationships/tags" Target="../tags/tag632.xml"/><Relationship Id="rId4" Type="http://schemas.openxmlformats.org/officeDocument/2006/relationships/tags" Target="../tags/tag631.xml"/><Relationship Id="rId3" Type="http://schemas.openxmlformats.org/officeDocument/2006/relationships/tags" Target="../tags/tag630.xml"/><Relationship Id="rId2" Type="http://schemas.openxmlformats.org/officeDocument/2006/relationships/tags" Target="../tags/tag629.xml"/><Relationship Id="rId15" Type="http://schemas.openxmlformats.org/officeDocument/2006/relationships/slideLayout" Target="../slideLayouts/slideLayout7.xml"/><Relationship Id="rId14" Type="http://schemas.openxmlformats.org/officeDocument/2006/relationships/themeOverride" Target="../theme/themeOverride35.xml"/><Relationship Id="rId13" Type="http://schemas.openxmlformats.org/officeDocument/2006/relationships/tags" Target="../tags/tag640.xml"/><Relationship Id="rId12" Type="http://schemas.openxmlformats.org/officeDocument/2006/relationships/tags" Target="../tags/tag639.xml"/><Relationship Id="rId11" Type="http://schemas.openxmlformats.org/officeDocument/2006/relationships/tags" Target="../tags/tag638.xml"/><Relationship Id="rId10" Type="http://schemas.openxmlformats.org/officeDocument/2006/relationships/tags" Target="../tags/tag637.xml"/><Relationship Id="rId1" Type="http://schemas.openxmlformats.org/officeDocument/2006/relationships/tags" Target="../tags/tag628.xml"/></Relationships>
</file>

<file path=ppt/slides/_rels/slide43.xml.rels><?xml version="1.0" encoding="UTF-8" standalone="yes"?>
<Relationships xmlns="http://schemas.openxmlformats.org/package/2006/relationships"><Relationship Id="rId9" Type="http://schemas.openxmlformats.org/officeDocument/2006/relationships/tags" Target="../tags/tag649.xml"/><Relationship Id="rId8" Type="http://schemas.openxmlformats.org/officeDocument/2006/relationships/tags" Target="../tags/tag648.xml"/><Relationship Id="rId7" Type="http://schemas.openxmlformats.org/officeDocument/2006/relationships/tags" Target="../tags/tag647.xml"/><Relationship Id="rId6" Type="http://schemas.openxmlformats.org/officeDocument/2006/relationships/tags" Target="../tags/tag646.xml"/><Relationship Id="rId5" Type="http://schemas.openxmlformats.org/officeDocument/2006/relationships/tags" Target="../tags/tag645.xml"/><Relationship Id="rId4" Type="http://schemas.openxmlformats.org/officeDocument/2006/relationships/tags" Target="../tags/tag644.xml"/><Relationship Id="rId3" Type="http://schemas.openxmlformats.org/officeDocument/2006/relationships/tags" Target="../tags/tag643.xml"/><Relationship Id="rId2" Type="http://schemas.openxmlformats.org/officeDocument/2006/relationships/tags" Target="../tags/tag642.xml"/><Relationship Id="rId19" Type="http://schemas.openxmlformats.org/officeDocument/2006/relationships/slideLayout" Target="../slideLayouts/slideLayout7.xml"/><Relationship Id="rId18" Type="http://schemas.openxmlformats.org/officeDocument/2006/relationships/themeOverride" Target="../theme/themeOverride36.xml"/><Relationship Id="rId17" Type="http://schemas.openxmlformats.org/officeDocument/2006/relationships/tags" Target="../tags/tag653.xml"/><Relationship Id="rId16" Type="http://schemas.openxmlformats.org/officeDocument/2006/relationships/image" Target="../media/image63.png"/><Relationship Id="rId15" Type="http://schemas.openxmlformats.org/officeDocument/2006/relationships/image" Target="../media/image62.png"/><Relationship Id="rId14" Type="http://schemas.openxmlformats.org/officeDocument/2006/relationships/image" Target="../media/image61.png"/><Relationship Id="rId13" Type="http://schemas.openxmlformats.org/officeDocument/2006/relationships/image" Target="../media/image60.png"/><Relationship Id="rId12" Type="http://schemas.openxmlformats.org/officeDocument/2006/relationships/tags" Target="../tags/tag652.xml"/><Relationship Id="rId11" Type="http://schemas.openxmlformats.org/officeDocument/2006/relationships/tags" Target="../tags/tag651.xml"/><Relationship Id="rId10" Type="http://schemas.openxmlformats.org/officeDocument/2006/relationships/tags" Target="../tags/tag650.xml"/><Relationship Id="rId1" Type="http://schemas.openxmlformats.org/officeDocument/2006/relationships/tags" Target="../tags/tag641.xml"/></Relationships>
</file>

<file path=ppt/slides/_rels/slide44.xml.rels><?xml version="1.0" encoding="UTF-8" standalone="yes"?>
<Relationships xmlns="http://schemas.openxmlformats.org/package/2006/relationships"><Relationship Id="rId9" Type="http://schemas.openxmlformats.org/officeDocument/2006/relationships/tags" Target="../tags/tag662.xml"/><Relationship Id="rId8" Type="http://schemas.openxmlformats.org/officeDocument/2006/relationships/tags" Target="../tags/tag661.xml"/><Relationship Id="rId7" Type="http://schemas.openxmlformats.org/officeDocument/2006/relationships/tags" Target="../tags/tag660.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tags" Target="../tags/tag657.xml"/><Relationship Id="rId3" Type="http://schemas.openxmlformats.org/officeDocument/2006/relationships/tags" Target="../tags/tag656.xml"/><Relationship Id="rId20" Type="http://schemas.openxmlformats.org/officeDocument/2006/relationships/slideLayout" Target="../slideLayouts/slideLayout7.xml"/><Relationship Id="rId2" Type="http://schemas.openxmlformats.org/officeDocument/2006/relationships/tags" Target="../tags/tag655.xml"/><Relationship Id="rId19" Type="http://schemas.openxmlformats.org/officeDocument/2006/relationships/themeOverride" Target="../theme/themeOverride37.xml"/><Relationship Id="rId18" Type="http://schemas.openxmlformats.org/officeDocument/2006/relationships/tags" Target="../tags/tag666.xml"/><Relationship Id="rId17" Type="http://schemas.openxmlformats.org/officeDocument/2006/relationships/image" Target="../media/image66.png"/><Relationship Id="rId16" Type="http://schemas.openxmlformats.org/officeDocument/2006/relationships/image" Target="../media/image65.png"/><Relationship Id="rId15" Type="http://schemas.openxmlformats.org/officeDocument/2006/relationships/image" Target="../media/image64.png"/><Relationship Id="rId14" Type="http://schemas.openxmlformats.org/officeDocument/2006/relationships/image" Target="../media/image61.png"/><Relationship Id="rId13" Type="http://schemas.openxmlformats.org/officeDocument/2006/relationships/image" Target="../media/image60.png"/><Relationship Id="rId12" Type="http://schemas.openxmlformats.org/officeDocument/2006/relationships/tags" Target="../tags/tag665.xml"/><Relationship Id="rId11" Type="http://schemas.openxmlformats.org/officeDocument/2006/relationships/tags" Target="../tags/tag664.xml"/><Relationship Id="rId10" Type="http://schemas.openxmlformats.org/officeDocument/2006/relationships/tags" Target="../tags/tag663.xml"/><Relationship Id="rId1" Type="http://schemas.openxmlformats.org/officeDocument/2006/relationships/tags" Target="../tags/tag654.xml"/></Relationships>
</file>

<file path=ppt/slides/_rels/slide45.xml.rels><?xml version="1.0" encoding="UTF-8" standalone="yes"?>
<Relationships xmlns="http://schemas.openxmlformats.org/package/2006/relationships"><Relationship Id="rId9" Type="http://schemas.openxmlformats.org/officeDocument/2006/relationships/tags" Target="../tags/tag675.xml"/><Relationship Id="rId8" Type="http://schemas.openxmlformats.org/officeDocument/2006/relationships/tags" Target="../tags/tag674.xml"/><Relationship Id="rId7" Type="http://schemas.openxmlformats.org/officeDocument/2006/relationships/tags" Target="../tags/tag673.xml"/><Relationship Id="rId6" Type="http://schemas.openxmlformats.org/officeDocument/2006/relationships/tags" Target="../tags/tag672.xml"/><Relationship Id="rId5" Type="http://schemas.openxmlformats.org/officeDocument/2006/relationships/tags" Target="../tags/tag671.xml"/><Relationship Id="rId4" Type="http://schemas.openxmlformats.org/officeDocument/2006/relationships/tags" Target="../tags/tag670.xml"/><Relationship Id="rId3" Type="http://schemas.openxmlformats.org/officeDocument/2006/relationships/tags" Target="../tags/tag669.xml"/><Relationship Id="rId21" Type="http://schemas.openxmlformats.org/officeDocument/2006/relationships/slideLayout" Target="../slideLayouts/slideLayout7.xml"/><Relationship Id="rId20" Type="http://schemas.openxmlformats.org/officeDocument/2006/relationships/themeOverride" Target="../theme/themeOverride38.xml"/><Relationship Id="rId2" Type="http://schemas.openxmlformats.org/officeDocument/2006/relationships/tags" Target="../tags/tag668.xml"/><Relationship Id="rId19" Type="http://schemas.openxmlformats.org/officeDocument/2006/relationships/tags" Target="../tags/tag679.xml"/><Relationship Id="rId18" Type="http://schemas.openxmlformats.org/officeDocument/2006/relationships/image" Target="../media/image70.png"/><Relationship Id="rId17" Type="http://schemas.openxmlformats.org/officeDocument/2006/relationships/image" Target="../media/image69.png"/><Relationship Id="rId16" Type="http://schemas.openxmlformats.org/officeDocument/2006/relationships/image" Target="../media/image68.png"/><Relationship Id="rId15" Type="http://schemas.openxmlformats.org/officeDocument/2006/relationships/image" Target="../media/image67.png"/><Relationship Id="rId14" Type="http://schemas.openxmlformats.org/officeDocument/2006/relationships/image" Target="../media/image61.png"/><Relationship Id="rId13" Type="http://schemas.openxmlformats.org/officeDocument/2006/relationships/image" Target="../media/image60.png"/><Relationship Id="rId12" Type="http://schemas.openxmlformats.org/officeDocument/2006/relationships/tags" Target="../tags/tag678.xml"/><Relationship Id="rId11" Type="http://schemas.openxmlformats.org/officeDocument/2006/relationships/tags" Target="../tags/tag677.xml"/><Relationship Id="rId10" Type="http://schemas.openxmlformats.org/officeDocument/2006/relationships/tags" Target="../tags/tag676.xml"/><Relationship Id="rId1" Type="http://schemas.openxmlformats.org/officeDocument/2006/relationships/tags" Target="../tags/tag66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81.xml"/><Relationship Id="rId1" Type="http://schemas.openxmlformats.org/officeDocument/2006/relationships/tags" Target="../tags/tag680.xml"/></Relationships>
</file>

<file path=ppt/slides/_rels/slide47.xml.rels><?xml version="1.0" encoding="UTF-8" standalone="yes"?>
<Relationships xmlns="http://schemas.openxmlformats.org/package/2006/relationships"><Relationship Id="rId9" Type="http://schemas.openxmlformats.org/officeDocument/2006/relationships/tags" Target="../tags/tag690.xml"/><Relationship Id="rId8" Type="http://schemas.openxmlformats.org/officeDocument/2006/relationships/tags" Target="../tags/tag689.xml"/><Relationship Id="rId7" Type="http://schemas.openxmlformats.org/officeDocument/2006/relationships/tags" Target="../tags/tag688.xml"/><Relationship Id="rId6" Type="http://schemas.openxmlformats.org/officeDocument/2006/relationships/tags" Target="../tags/tag687.xml"/><Relationship Id="rId5" Type="http://schemas.openxmlformats.org/officeDocument/2006/relationships/tags" Target="../tags/tag686.xml"/><Relationship Id="rId4" Type="http://schemas.openxmlformats.org/officeDocument/2006/relationships/tags" Target="../tags/tag685.xml"/><Relationship Id="rId3" Type="http://schemas.openxmlformats.org/officeDocument/2006/relationships/tags" Target="../tags/tag684.xml"/><Relationship Id="rId2" Type="http://schemas.openxmlformats.org/officeDocument/2006/relationships/tags" Target="../tags/tag683.xml"/><Relationship Id="rId15" Type="http://schemas.openxmlformats.org/officeDocument/2006/relationships/slideLayout" Target="../slideLayouts/slideLayout7.xml"/><Relationship Id="rId14" Type="http://schemas.openxmlformats.org/officeDocument/2006/relationships/themeOverride" Target="../theme/themeOverride39.xml"/><Relationship Id="rId13" Type="http://schemas.openxmlformats.org/officeDocument/2006/relationships/tags" Target="../tags/tag694.xml"/><Relationship Id="rId12" Type="http://schemas.openxmlformats.org/officeDocument/2006/relationships/tags" Target="../tags/tag693.xml"/><Relationship Id="rId11" Type="http://schemas.openxmlformats.org/officeDocument/2006/relationships/tags" Target="../tags/tag692.xml"/><Relationship Id="rId10" Type="http://schemas.openxmlformats.org/officeDocument/2006/relationships/tags" Target="../tags/tag691.xml"/><Relationship Id="rId1" Type="http://schemas.openxmlformats.org/officeDocument/2006/relationships/tags" Target="../tags/tag682.xml"/></Relationships>
</file>

<file path=ppt/slides/_rels/slide48.xml.rels><?xml version="1.0" encoding="UTF-8" standalone="yes"?>
<Relationships xmlns="http://schemas.openxmlformats.org/package/2006/relationships"><Relationship Id="rId9" Type="http://schemas.openxmlformats.org/officeDocument/2006/relationships/tags" Target="../tags/tag703.xml"/><Relationship Id="rId8" Type="http://schemas.openxmlformats.org/officeDocument/2006/relationships/tags" Target="../tags/tag702.xml"/><Relationship Id="rId7" Type="http://schemas.openxmlformats.org/officeDocument/2006/relationships/tags" Target="../tags/tag701.xml"/><Relationship Id="rId6" Type="http://schemas.openxmlformats.org/officeDocument/2006/relationships/tags" Target="../tags/tag700.xml"/><Relationship Id="rId5" Type="http://schemas.openxmlformats.org/officeDocument/2006/relationships/tags" Target="../tags/tag699.xml"/><Relationship Id="rId4" Type="http://schemas.openxmlformats.org/officeDocument/2006/relationships/tags" Target="../tags/tag698.xml"/><Relationship Id="rId3" Type="http://schemas.openxmlformats.org/officeDocument/2006/relationships/tags" Target="../tags/tag697.xml"/><Relationship Id="rId2" Type="http://schemas.openxmlformats.org/officeDocument/2006/relationships/tags" Target="../tags/tag696.xml"/><Relationship Id="rId15" Type="http://schemas.openxmlformats.org/officeDocument/2006/relationships/slideLayout" Target="../slideLayouts/slideLayout7.xml"/><Relationship Id="rId14" Type="http://schemas.openxmlformats.org/officeDocument/2006/relationships/themeOverride" Target="../theme/themeOverride40.xml"/><Relationship Id="rId13" Type="http://schemas.openxmlformats.org/officeDocument/2006/relationships/tags" Target="../tags/tag707.xml"/><Relationship Id="rId12" Type="http://schemas.openxmlformats.org/officeDocument/2006/relationships/tags" Target="../tags/tag706.xml"/><Relationship Id="rId11" Type="http://schemas.openxmlformats.org/officeDocument/2006/relationships/tags" Target="../tags/tag705.xml"/><Relationship Id="rId10" Type="http://schemas.openxmlformats.org/officeDocument/2006/relationships/tags" Target="../tags/tag704.xml"/><Relationship Id="rId1" Type="http://schemas.openxmlformats.org/officeDocument/2006/relationships/tags" Target="../tags/tag695.xml"/></Relationships>
</file>

<file path=ppt/slides/_rels/slide49.xml.rels><?xml version="1.0" encoding="UTF-8" standalone="yes"?>
<Relationships xmlns="http://schemas.openxmlformats.org/package/2006/relationships"><Relationship Id="rId9" Type="http://schemas.openxmlformats.org/officeDocument/2006/relationships/tags" Target="../tags/tag716.xml"/><Relationship Id="rId8" Type="http://schemas.openxmlformats.org/officeDocument/2006/relationships/tags" Target="../tags/tag715.xml"/><Relationship Id="rId7" Type="http://schemas.openxmlformats.org/officeDocument/2006/relationships/tags" Target="../tags/tag714.xml"/><Relationship Id="rId6" Type="http://schemas.openxmlformats.org/officeDocument/2006/relationships/tags" Target="../tags/tag713.xml"/><Relationship Id="rId5" Type="http://schemas.openxmlformats.org/officeDocument/2006/relationships/tags" Target="../tags/tag712.xml"/><Relationship Id="rId4" Type="http://schemas.openxmlformats.org/officeDocument/2006/relationships/tags" Target="../tags/tag711.xml"/><Relationship Id="rId3" Type="http://schemas.openxmlformats.org/officeDocument/2006/relationships/tags" Target="../tags/tag710.xml"/><Relationship Id="rId2" Type="http://schemas.openxmlformats.org/officeDocument/2006/relationships/tags" Target="../tags/tag709.xml"/><Relationship Id="rId15" Type="http://schemas.openxmlformats.org/officeDocument/2006/relationships/slideLayout" Target="../slideLayouts/slideLayout7.xml"/><Relationship Id="rId14" Type="http://schemas.openxmlformats.org/officeDocument/2006/relationships/themeOverride" Target="../theme/themeOverride41.xml"/><Relationship Id="rId13" Type="http://schemas.openxmlformats.org/officeDocument/2006/relationships/tags" Target="../tags/tag720.xml"/><Relationship Id="rId12" Type="http://schemas.openxmlformats.org/officeDocument/2006/relationships/tags" Target="../tags/tag719.xml"/><Relationship Id="rId11" Type="http://schemas.openxmlformats.org/officeDocument/2006/relationships/tags" Target="../tags/tag718.xml"/><Relationship Id="rId10" Type="http://schemas.openxmlformats.org/officeDocument/2006/relationships/tags" Target="../tags/tag717.xml"/><Relationship Id="rId1" Type="http://schemas.openxmlformats.org/officeDocument/2006/relationships/tags" Target="../tags/tag708.xml"/></Relationships>
</file>

<file path=ppt/slides/_rels/slide50.xml.rels><?xml version="1.0" encoding="UTF-8" standalone="yes"?>
<Relationships xmlns="http://schemas.openxmlformats.org/package/2006/relationships"><Relationship Id="rId9" Type="http://schemas.openxmlformats.org/officeDocument/2006/relationships/tags" Target="../tags/tag729.xml"/><Relationship Id="rId8" Type="http://schemas.openxmlformats.org/officeDocument/2006/relationships/tags" Target="../tags/tag728.xml"/><Relationship Id="rId7" Type="http://schemas.openxmlformats.org/officeDocument/2006/relationships/tags" Target="../tags/tag727.xml"/><Relationship Id="rId6" Type="http://schemas.openxmlformats.org/officeDocument/2006/relationships/tags" Target="../tags/tag726.xml"/><Relationship Id="rId5" Type="http://schemas.openxmlformats.org/officeDocument/2006/relationships/tags" Target="../tags/tag725.xml"/><Relationship Id="rId4" Type="http://schemas.openxmlformats.org/officeDocument/2006/relationships/tags" Target="../tags/tag724.xml"/><Relationship Id="rId3" Type="http://schemas.openxmlformats.org/officeDocument/2006/relationships/tags" Target="../tags/tag723.xml"/><Relationship Id="rId2" Type="http://schemas.openxmlformats.org/officeDocument/2006/relationships/tags" Target="../tags/tag722.xml"/><Relationship Id="rId15" Type="http://schemas.openxmlformats.org/officeDocument/2006/relationships/slideLayout" Target="../slideLayouts/slideLayout7.xml"/><Relationship Id="rId14" Type="http://schemas.openxmlformats.org/officeDocument/2006/relationships/themeOverride" Target="../theme/themeOverride42.xml"/><Relationship Id="rId13" Type="http://schemas.openxmlformats.org/officeDocument/2006/relationships/tags" Target="../tags/tag733.xml"/><Relationship Id="rId12" Type="http://schemas.openxmlformats.org/officeDocument/2006/relationships/tags" Target="../tags/tag732.xml"/><Relationship Id="rId11" Type="http://schemas.openxmlformats.org/officeDocument/2006/relationships/tags" Target="../tags/tag731.xml"/><Relationship Id="rId10" Type="http://schemas.openxmlformats.org/officeDocument/2006/relationships/tags" Target="../tags/tag730.xml"/><Relationship Id="rId1" Type="http://schemas.openxmlformats.org/officeDocument/2006/relationships/tags" Target="../tags/tag721.xml"/></Relationships>
</file>

<file path=ppt/slides/_rels/slide51.xml.rels><?xml version="1.0" encoding="UTF-8" standalone="yes"?>
<Relationships xmlns="http://schemas.openxmlformats.org/package/2006/relationships"><Relationship Id="rId9" Type="http://schemas.openxmlformats.org/officeDocument/2006/relationships/tags" Target="../tags/tag741.xml"/><Relationship Id="rId8" Type="http://schemas.openxmlformats.org/officeDocument/2006/relationships/tags" Target="../tags/tag740.xml"/><Relationship Id="rId7" Type="http://schemas.openxmlformats.org/officeDocument/2006/relationships/tags" Target="../tags/tag739.xml"/><Relationship Id="rId6" Type="http://schemas.openxmlformats.org/officeDocument/2006/relationships/tags" Target="../tags/tag738.xml"/><Relationship Id="rId5" Type="http://schemas.openxmlformats.org/officeDocument/2006/relationships/tags" Target="../tags/tag737.xml"/><Relationship Id="rId4" Type="http://schemas.openxmlformats.org/officeDocument/2006/relationships/tags" Target="../tags/tag736.xml"/><Relationship Id="rId3" Type="http://schemas.openxmlformats.org/officeDocument/2006/relationships/tags" Target="../tags/tag735.xml"/><Relationship Id="rId2" Type="http://schemas.openxmlformats.org/officeDocument/2006/relationships/tags" Target="../tags/tag734.xml"/><Relationship Id="rId18" Type="http://schemas.openxmlformats.org/officeDocument/2006/relationships/slideLayout" Target="../slideLayouts/slideLayout7.xml"/><Relationship Id="rId17" Type="http://schemas.openxmlformats.org/officeDocument/2006/relationships/themeOverride" Target="../theme/themeOverride43.xml"/><Relationship Id="rId16" Type="http://schemas.openxmlformats.org/officeDocument/2006/relationships/tags" Target="../tags/tag746.xml"/><Relationship Id="rId15" Type="http://schemas.openxmlformats.org/officeDocument/2006/relationships/image" Target="../media/image73.png"/><Relationship Id="rId14" Type="http://schemas.openxmlformats.org/officeDocument/2006/relationships/image" Target="../media/image72.png"/><Relationship Id="rId13" Type="http://schemas.openxmlformats.org/officeDocument/2006/relationships/tags" Target="../tags/tag745.xml"/><Relationship Id="rId12" Type="http://schemas.openxmlformats.org/officeDocument/2006/relationships/tags" Target="../tags/tag744.xml"/><Relationship Id="rId11" Type="http://schemas.openxmlformats.org/officeDocument/2006/relationships/tags" Target="../tags/tag743.xml"/><Relationship Id="rId10" Type="http://schemas.openxmlformats.org/officeDocument/2006/relationships/tags" Target="../tags/tag742.xml"/><Relationship Id="rId1" Type="http://schemas.openxmlformats.org/officeDocument/2006/relationships/image" Target="../media/image71.png"/></Relationships>
</file>

<file path=ppt/slides/_rels/slide52.xml.rels><?xml version="1.0" encoding="UTF-8" standalone="yes"?>
<Relationships xmlns="http://schemas.openxmlformats.org/package/2006/relationships"><Relationship Id="rId9" Type="http://schemas.openxmlformats.org/officeDocument/2006/relationships/tags" Target="../tags/tag755.xml"/><Relationship Id="rId8" Type="http://schemas.openxmlformats.org/officeDocument/2006/relationships/tags" Target="../tags/tag754.xml"/><Relationship Id="rId7" Type="http://schemas.openxmlformats.org/officeDocument/2006/relationships/tags" Target="../tags/tag753.xml"/><Relationship Id="rId6" Type="http://schemas.openxmlformats.org/officeDocument/2006/relationships/tags" Target="../tags/tag752.xml"/><Relationship Id="rId5" Type="http://schemas.openxmlformats.org/officeDocument/2006/relationships/tags" Target="../tags/tag751.xml"/><Relationship Id="rId4" Type="http://schemas.openxmlformats.org/officeDocument/2006/relationships/tags" Target="../tags/tag750.xml"/><Relationship Id="rId3" Type="http://schemas.openxmlformats.org/officeDocument/2006/relationships/tags" Target="../tags/tag749.xml"/><Relationship Id="rId2" Type="http://schemas.openxmlformats.org/officeDocument/2006/relationships/tags" Target="../tags/tag748.xml"/><Relationship Id="rId15" Type="http://schemas.openxmlformats.org/officeDocument/2006/relationships/slideLayout" Target="../slideLayouts/slideLayout7.xml"/><Relationship Id="rId14" Type="http://schemas.openxmlformats.org/officeDocument/2006/relationships/themeOverride" Target="../theme/themeOverride44.xml"/><Relationship Id="rId13" Type="http://schemas.openxmlformats.org/officeDocument/2006/relationships/tags" Target="../tags/tag759.xml"/><Relationship Id="rId12" Type="http://schemas.openxmlformats.org/officeDocument/2006/relationships/tags" Target="../tags/tag758.xml"/><Relationship Id="rId11" Type="http://schemas.openxmlformats.org/officeDocument/2006/relationships/tags" Target="../tags/tag757.xml"/><Relationship Id="rId10" Type="http://schemas.openxmlformats.org/officeDocument/2006/relationships/tags" Target="../tags/tag756.xml"/><Relationship Id="rId1" Type="http://schemas.openxmlformats.org/officeDocument/2006/relationships/tags" Target="../tags/tag747.xml"/></Relationships>
</file>

<file path=ppt/slides/_rels/slide53.xml.rels><?xml version="1.0" encoding="UTF-8" standalone="yes"?>
<Relationships xmlns="http://schemas.openxmlformats.org/package/2006/relationships"><Relationship Id="rId9" Type="http://schemas.openxmlformats.org/officeDocument/2006/relationships/tags" Target="../tags/tag768.xml"/><Relationship Id="rId8" Type="http://schemas.openxmlformats.org/officeDocument/2006/relationships/tags" Target="../tags/tag767.xml"/><Relationship Id="rId7" Type="http://schemas.openxmlformats.org/officeDocument/2006/relationships/tags" Target="../tags/tag766.xml"/><Relationship Id="rId6" Type="http://schemas.openxmlformats.org/officeDocument/2006/relationships/tags" Target="../tags/tag765.xml"/><Relationship Id="rId5" Type="http://schemas.openxmlformats.org/officeDocument/2006/relationships/tags" Target="../tags/tag764.xml"/><Relationship Id="rId4" Type="http://schemas.openxmlformats.org/officeDocument/2006/relationships/tags" Target="../tags/tag763.xml"/><Relationship Id="rId3" Type="http://schemas.openxmlformats.org/officeDocument/2006/relationships/tags" Target="../tags/tag762.xml"/><Relationship Id="rId2" Type="http://schemas.openxmlformats.org/officeDocument/2006/relationships/tags" Target="../tags/tag761.xml"/><Relationship Id="rId16" Type="http://schemas.openxmlformats.org/officeDocument/2006/relationships/slideLayout" Target="../slideLayouts/slideLayout7.xml"/><Relationship Id="rId15" Type="http://schemas.openxmlformats.org/officeDocument/2006/relationships/themeOverride" Target="../theme/themeOverride45.xml"/><Relationship Id="rId14" Type="http://schemas.openxmlformats.org/officeDocument/2006/relationships/tags" Target="../tags/tag772.xml"/><Relationship Id="rId13" Type="http://schemas.openxmlformats.org/officeDocument/2006/relationships/image" Target="../media/image74.png"/><Relationship Id="rId12" Type="http://schemas.openxmlformats.org/officeDocument/2006/relationships/tags" Target="../tags/tag771.xml"/><Relationship Id="rId11" Type="http://schemas.openxmlformats.org/officeDocument/2006/relationships/tags" Target="../tags/tag770.xml"/><Relationship Id="rId10" Type="http://schemas.openxmlformats.org/officeDocument/2006/relationships/tags" Target="../tags/tag769.xml"/><Relationship Id="rId1" Type="http://schemas.openxmlformats.org/officeDocument/2006/relationships/tags" Target="../tags/tag760.xml"/></Relationships>
</file>

<file path=ppt/slides/_rels/slide54.xml.rels><?xml version="1.0" encoding="UTF-8" standalone="yes"?>
<Relationships xmlns="http://schemas.openxmlformats.org/package/2006/relationships"><Relationship Id="rId9" Type="http://schemas.openxmlformats.org/officeDocument/2006/relationships/tags" Target="../tags/tag781.xml"/><Relationship Id="rId8" Type="http://schemas.openxmlformats.org/officeDocument/2006/relationships/tags" Target="../tags/tag780.xml"/><Relationship Id="rId7" Type="http://schemas.openxmlformats.org/officeDocument/2006/relationships/tags" Target="../tags/tag779.xml"/><Relationship Id="rId6" Type="http://schemas.openxmlformats.org/officeDocument/2006/relationships/tags" Target="../tags/tag778.xml"/><Relationship Id="rId5" Type="http://schemas.openxmlformats.org/officeDocument/2006/relationships/tags" Target="../tags/tag777.xml"/><Relationship Id="rId4" Type="http://schemas.openxmlformats.org/officeDocument/2006/relationships/tags" Target="../tags/tag776.xml"/><Relationship Id="rId3" Type="http://schemas.openxmlformats.org/officeDocument/2006/relationships/tags" Target="../tags/tag775.xml"/><Relationship Id="rId2" Type="http://schemas.openxmlformats.org/officeDocument/2006/relationships/tags" Target="../tags/tag774.xml"/><Relationship Id="rId17" Type="http://schemas.openxmlformats.org/officeDocument/2006/relationships/slideLayout" Target="../slideLayouts/slideLayout7.xml"/><Relationship Id="rId16" Type="http://schemas.openxmlformats.org/officeDocument/2006/relationships/themeOverride" Target="../theme/themeOverride46.xml"/><Relationship Id="rId15" Type="http://schemas.openxmlformats.org/officeDocument/2006/relationships/tags" Target="../tags/tag785.xml"/><Relationship Id="rId14"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tags" Target="../tags/tag784.xml"/><Relationship Id="rId11" Type="http://schemas.openxmlformats.org/officeDocument/2006/relationships/tags" Target="../tags/tag783.xml"/><Relationship Id="rId10" Type="http://schemas.openxmlformats.org/officeDocument/2006/relationships/tags" Target="../tags/tag782.xml"/><Relationship Id="rId1" Type="http://schemas.openxmlformats.org/officeDocument/2006/relationships/tags" Target="../tags/tag773.xml"/></Relationships>
</file>

<file path=ppt/slides/_rels/slide55.xml.rels><?xml version="1.0" encoding="UTF-8" standalone="yes"?>
<Relationships xmlns="http://schemas.openxmlformats.org/package/2006/relationships"><Relationship Id="rId9" Type="http://schemas.openxmlformats.org/officeDocument/2006/relationships/tags" Target="../tags/tag794.xml"/><Relationship Id="rId8" Type="http://schemas.openxmlformats.org/officeDocument/2006/relationships/tags" Target="../tags/tag793.xml"/><Relationship Id="rId7" Type="http://schemas.openxmlformats.org/officeDocument/2006/relationships/tags" Target="../tags/tag792.xml"/><Relationship Id="rId6" Type="http://schemas.openxmlformats.org/officeDocument/2006/relationships/tags" Target="../tags/tag791.xml"/><Relationship Id="rId5" Type="http://schemas.openxmlformats.org/officeDocument/2006/relationships/tags" Target="../tags/tag790.xml"/><Relationship Id="rId4" Type="http://schemas.openxmlformats.org/officeDocument/2006/relationships/tags" Target="../tags/tag789.xml"/><Relationship Id="rId3" Type="http://schemas.openxmlformats.org/officeDocument/2006/relationships/tags" Target="../tags/tag788.xml"/><Relationship Id="rId2" Type="http://schemas.openxmlformats.org/officeDocument/2006/relationships/tags" Target="../tags/tag787.xml"/><Relationship Id="rId15" Type="http://schemas.openxmlformats.org/officeDocument/2006/relationships/slideLayout" Target="../slideLayouts/slideLayout7.xml"/><Relationship Id="rId14" Type="http://schemas.openxmlformats.org/officeDocument/2006/relationships/themeOverride" Target="../theme/themeOverride47.xml"/><Relationship Id="rId13" Type="http://schemas.openxmlformats.org/officeDocument/2006/relationships/tags" Target="../tags/tag798.xml"/><Relationship Id="rId12" Type="http://schemas.openxmlformats.org/officeDocument/2006/relationships/tags" Target="../tags/tag797.xml"/><Relationship Id="rId11" Type="http://schemas.openxmlformats.org/officeDocument/2006/relationships/tags" Target="../tags/tag796.xml"/><Relationship Id="rId10" Type="http://schemas.openxmlformats.org/officeDocument/2006/relationships/tags" Target="../tags/tag795.xml"/><Relationship Id="rId1" Type="http://schemas.openxmlformats.org/officeDocument/2006/relationships/tags" Target="../tags/tag786.xml"/></Relationships>
</file>

<file path=ppt/slides/_rels/slide56.xml.rels><?xml version="1.0" encoding="UTF-8" standalone="yes"?>
<Relationships xmlns="http://schemas.openxmlformats.org/package/2006/relationships"><Relationship Id="rId9" Type="http://schemas.openxmlformats.org/officeDocument/2006/relationships/tags" Target="../tags/tag807.xml"/><Relationship Id="rId8" Type="http://schemas.openxmlformats.org/officeDocument/2006/relationships/tags" Target="../tags/tag806.xml"/><Relationship Id="rId7" Type="http://schemas.openxmlformats.org/officeDocument/2006/relationships/tags" Target="../tags/tag805.xml"/><Relationship Id="rId6" Type="http://schemas.openxmlformats.org/officeDocument/2006/relationships/tags" Target="../tags/tag804.xml"/><Relationship Id="rId5" Type="http://schemas.openxmlformats.org/officeDocument/2006/relationships/tags" Target="../tags/tag803.xml"/><Relationship Id="rId4" Type="http://schemas.openxmlformats.org/officeDocument/2006/relationships/tags" Target="../tags/tag802.xml"/><Relationship Id="rId3" Type="http://schemas.openxmlformats.org/officeDocument/2006/relationships/tags" Target="../tags/tag801.xml"/><Relationship Id="rId2" Type="http://schemas.openxmlformats.org/officeDocument/2006/relationships/tags" Target="../tags/tag800.xml"/><Relationship Id="rId17" Type="http://schemas.openxmlformats.org/officeDocument/2006/relationships/slideLayout" Target="../slideLayouts/slideLayout7.xml"/><Relationship Id="rId16" Type="http://schemas.openxmlformats.org/officeDocument/2006/relationships/themeOverride" Target="../theme/themeOverride48.xml"/><Relationship Id="rId15" Type="http://schemas.openxmlformats.org/officeDocument/2006/relationships/tags" Target="../tags/tag811.xml"/><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tags" Target="../tags/tag810.xml"/><Relationship Id="rId11" Type="http://schemas.openxmlformats.org/officeDocument/2006/relationships/tags" Target="../tags/tag809.xml"/><Relationship Id="rId10" Type="http://schemas.openxmlformats.org/officeDocument/2006/relationships/tags" Target="../tags/tag808.xml"/><Relationship Id="rId1" Type="http://schemas.openxmlformats.org/officeDocument/2006/relationships/tags" Target="../tags/tag799.xml"/></Relationships>
</file>

<file path=ppt/slides/_rels/slide57.xml.rels><?xml version="1.0" encoding="UTF-8" standalone="yes"?>
<Relationships xmlns="http://schemas.openxmlformats.org/package/2006/relationships"><Relationship Id="rId9" Type="http://schemas.openxmlformats.org/officeDocument/2006/relationships/tags" Target="../tags/tag820.xml"/><Relationship Id="rId8" Type="http://schemas.openxmlformats.org/officeDocument/2006/relationships/tags" Target="../tags/tag819.xml"/><Relationship Id="rId7" Type="http://schemas.openxmlformats.org/officeDocument/2006/relationships/tags" Target="../tags/tag818.xml"/><Relationship Id="rId6" Type="http://schemas.openxmlformats.org/officeDocument/2006/relationships/tags" Target="../tags/tag817.xml"/><Relationship Id="rId5" Type="http://schemas.openxmlformats.org/officeDocument/2006/relationships/tags" Target="../tags/tag816.xml"/><Relationship Id="rId4" Type="http://schemas.openxmlformats.org/officeDocument/2006/relationships/tags" Target="../tags/tag815.xml"/><Relationship Id="rId3" Type="http://schemas.openxmlformats.org/officeDocument/2006/relationships/tags" Target="../tags/tag814.xml"/><Relationship Id="rId2" Type="http://schemas.openxmlformats.org/officeDocument/2006/relationships/tags" Target="../tags/tag813.xml"/><Relationship Id="rId18" Type="http://schemas.openxmlformats.org/officeDocument/2006/relationships/slideLayout" Target="../slideLayouts/slideLayout7.xml"/><Relationship Id="rId17" Type="http://schemas.openxmlformats.org/officeDocument/2006/relationships/themeOverride" Target="../theme/themeOverride49.xml"/><Relationship Id="rId16" Type="http://schemas.openxmlformats.org/officeDocument/2006/relationships/tags" Target="../tags/tag824.xml"/><Relationship Id="rId15" Type="http://schemas.openxmlformats.org/officeDocument/2006/relationships/image" Target="../media/image80.png"/><Relationship Id="rId14" Type="http://schemas.openxmlformats.org/officeDocument/2006/relationships/image" Target="../media/image79.png"/><Relationship Id="rId13" Type="http://schemas.openxmlformats.org/officeDocument/2006/relationships/image" Target="../media/image78.png"/><Relationship Id="rId12" Type="http://schemas.openxmlformats.org/officeDocument/2006/relationships/tags" Target="../tags/tag823.xml"/><Relationship Id="rId11" Type="http://schemas.openxmlformats.org/officeDocument/2006/relationships/tags" Target="../tags/tag822.xml"/><Relationship Id="rId10" Type="http://schemas.openxmlformats.org/officeDocument/2006/relationships/tags" Target="../tags/tag821.xml"/><Relationship Id="rId1" Type="http://schemas.openxmlformats.org/officeDocument/2006/relationships/tags" Target="../tags/tag812.xml"/></Relationships>
</file>

<file path=ppt/slides/_rels/slide58.xml.rels><?xml version="1.0" encoding="UTF-8" standalone="yes"?>
<Relationships xmlns="http://schemas.openxmlformats.org/package/2006/relationships"><Relationship Id="rId9" Type="http://schemas.openxmlformats.org/officeDocument/2006/relationships/tags" Target="../tags/tag833.xml"/><Relationship Id="rId8" Type="http://schemas.openxmlformats.org/officeDocument/2006/relationships/tags" Target="../tags/tag832.xml"/><Relationship Id="rId7" Type="http://schemas.openxmlformats.org/officeDocument/2006/relationships/tags" Target="../tags/tag831.xml"/><Relationship Id="rId6" Type="http://schemas.openxmlformats.org/officeDocument/2006/relationships/tags" Target="../tags/tag830.xml"/><Relationship Id="rId5" Type="http://schemas.openxmlformats.org/officeDocument/2006/relationships/tags" Target="../tags/tag829.xml"/><Relationship Id="rId4" Type="http://schemas.openxmlformats.org/officeDocument/2006/relationships/tags" Target="../tags/tag828.xml"/><Relationship Id="rId3" Type="http://schemas.openxmlformats.org/officeDocument/2006/relationships/tags" Target="../tags/tag827.xml"/><Relationship Id="rId2" Type="http://schemas.openxmlformats.org/officeDocument/2006/relationships/tags" Target="../tags/tag826.xml"/><Relationship Id="rId16" Type="http://schemas.openxmlformats.org/officeDocument/2006/relationships/slideLayout" Target="../slideLayouts/slideLayout7.xml"/><Relationship Id="rId15" Type="http://schemas.openxmlformats.org/officeDocument/2006/relationships/themeOverride" Target="../theme/themeOverride50.xml"/><Relationship Id="rId14" Type="http://schemas.openxmlformats.org/officeDocument/2006/relationships/tags" Target="../tags/tag837.xml"/><Relationship Id="rId13" Type="http://schemas.openxmlformats.org/officeDocument/2006/relationships/image" Target="../media/image81.png"/><Relationship Id="rId12" Type="http://schemas.openxmlformats.org/officeDocument/2006/relationships/tags" Target="../tags/tag836.xml"/><Relationship Id="rId11" Type="http://schemas.openxmlformats.org/officeDocument/2006/relationships/tags" Target="../tags/tag835.xml"/><Relationship Id="rId10" Type="http://schemas.openxmlformats.org/officeDocument/2006/relationships/tags" Target="../tags/tag834.xml"/><Relationship Id="rId1" Type="http://schemas.openxmlformats.org/officeDocument/2006/relationships/tags" Target="../tags/tag825.xml"/></Relationships>
</file>

<file path=ppt/slides/_rels/slide59.xml.rels><?xml version="1.0" encoding="UTF-8" standalone="yes"?>
<Relationships xmlns="http://schemas.openxmlformats.org/package/2006/relationships"><Relationship Id="rId9" Type="http://schemas.openxmlformats.org/officeDocument/2006/relationships/tags" Target="../tags/tag846.xml"/><Relationship Id="rId8" Type="http://schemas.openxmlformats.org/officeDocument/2006/relationships/tags" Target="../tags/tag845.xml"/><Relationship Id="rId7" Type="http://schemas.openxmlformats.org/officeDocument/2006/relationships/tags" Target="../tags/tag844.xml"/><Relationship Id="rId6" Type="http://schemas.openxmlformats.org/officeDocument/2006/relationships/tags" Target="../tags/tag843.xml"/><Relationship Id="rId5" Type="http://schemas.openxmlformats.org/officeDocument/2006/relationships/tags" Target="../tags/tag842.xml"/><Relationship Id="rId4" Type="http://schemas.openxmlformats.org/officeDocument/2006/relationships/tags" Target="../tags/tag841.xml"/><Relationship Id="rId3" Type="http://schemas.openxmlformats.org/officeDocument/2006/relationships/tags" Target="../tags/tag840.xml"/><Relationship Id="rId2" Type="http://schemas.openxmlformats.org/officeDocument/2006/relationships/tags" Target="../tags/tag839.xml"/><Relationship Id="rId17" Type="http://schemas.openxmlformats.org/officeDocument/2006/relationships/slideLayout" Target="../slideLayouts/slideLayout7.xml"/><Relationship Id="rId16" Type="http://schemas.openxmlformats.org/officeDocument/2006/relationships/themeOverride" Target="../theme/themeOverride51.xml"/><Relationship Id="rId15" Type="http://schemas.openxmlformats.org/officeDocument/2006/relationships/tags" Target="../tags/tag850.xml"/><Relationship Id="rId14" Type="http://schemas.openxmlformats.org/officeDocument/2006/relationships/image" Target="../media/image82.png"/><Relationship Id="rId13" Type="http://schemas.openxmlformats.org/officeDocument/2006/relationships/image" Target="../media/image81.png"/><Relationship Id="rId12" Type="http://schemas.openxmlformats.org/officeDocument/2006/relationships/tags" Target="../tags/tag849.xml"/><Relationship Id="rId11" Type="http://schemas.openxmlformats.org/officeDocument/2006/relationships/tags" Target="../tags/tag848.xml"/><Relationship Id="rId10" Type="http://schemas.openxmlformats.org/officeDocument/2006/relationships/tags" Target="../tags/tag847.xml"/><Relationship Id="rId1" Type="http://schemas.openxmlformats.org/officeDocument/2006/relationships/tags" Target="../tags/tag838.xml"/></Relationships>
</file>

<file path=ppt/slides/_rels/slide60.xml.rels><?xml version="1.0" encoding="UTF-8" standalone="yes"?>
<Relationships xmlns="http://schemas.openxmlformats.org/package/2006/relationships"><Relationship Id="rId9" Type="http://schemas.openxmlformats.org/officeDocument/2006/relationships/tags" Target="../tags/tag859.xml"/><Relationship Id="rId8" Type="http://schemas.openxmlformats.org/officeDocument/2006/relationships/tags" Target="../tags/tag858.xml"/><Relationship Id="rId7" Type="http://schemas.openxmlformats.org/officeDocument/2006/relationships/tags" Target="../tags/tag857.xml"/><Relationship Id="rId6" Type="http://schemas.openxmlformats.org/officeDocument/2006/relationships/tags" Target="../tags/tag856.xml"/><Relationship Id="rId5" Type="http://schemas.openxmlformats.org/officeDocument/2006/relationships/tags" Target="../tags/tag855.xml"/><Relationship Id="rId4" Type="http://schemas.openxmlformats.org/officeDocument/2006/relationships/tags" Target="../tags/tag854.xml"/><Relationship Id="rId3" Type="http://schemas.openxmlformats.org/officeDocument/2006/relationships/tags" Target="../tags/tag853.xml"/><Relationship Id="rId2" Type="http://schemas.openxmlformats.org/officeDocument/2006/relationships/tags" Target="../tags/tag852.xml"/><Relationship Id="rId17" Type="http://schemas.openxmlformats.org/officeDocument/2006/relationships/slideLayout" Target="../slideLayouts/slideLayout7.xml"/><Relationship Id="rId16" Type="http://schemas.openxmlformats.org/officeDocument/2006/relationships/themeOverride" Target="../theme/themeOverride52.xml"/><Relationship Id="rId15" Type="http://schemas.openxmlformats.org/officeDocument/2006/relationships/tags" Target="../tags/tag863.xml"/><Relationship Id="rId14" Type="http://schemas.openxmlformats.org/officeDocument/2006/relationships/image" Target="../media/image83.png"/><Relationship Id="rId13" Type="http://schemas.openxmlformats.org/officeDocument/2006/relationships/image" Target="../media/image81.png"/><Relationship Id="rId12" Type="http://schemas.openxmlformats.org/officeDocument/2006/relationships/tags" Target="../tags/tag862.xml"/><Relationship Id="rId11" Type="http://schemas.openxmlformats.org/officeDocument/2006/relationships/tags" Target="../tags/tag861.xml"/><Relationship Id="rId10" Type="http://schemas.openxmlformats.org/officeDocument/2006/relationships/tags" Target="../tags/tag860.xml"/><Relationship Id="rId1" Type="http://schemas.openxmlformats.org/officeDocument/2006/relationships/tags" Target="../tags/tag851.xml"/></Relationships>
</file>

<file path=ppt/slides/_rels/slide61.xml.rels><?xml version="1.0" encoding="UTF-8" standalone="yes"?>
<Relationships xmlns="http://schemas.openxmlformats.org/package/2006/relationships"><Relationship Id="rId9" Type="http://schemas.openxmlformats.org/officeDocument/2006/relationships/tags" Target="../tags/tag872.xml"/><Relationship Id="rId8" Type="http://schemas.openxmlformats.org/officeDocument/2006/relationships/tags" Target="../tags/tag871.xml"/><Relationship Id="rId7" Type="http://schemas.openxmlformats.org/officeDocument/2006/relationships/tags" Target="../tags/tag870.xml"/><Relationship Id="rId6" Type="http://schemas.openxmlformats.org/officeDocument/2006/relationships/tags" Target="../tags/tag869.xml"/><Relationship Id="rId5" Type="http://schemas.openxmlformats.org/officeDocument/2006/relationships/tags" Target="../tags/tag868.xml"/><Relationship Id="rId4" Type="http://schemas.openxmlformats.org/officeDocument/2006/relationships/tags" Target="../tags/tag867.xml"/><Relationship Id="rId3" Type="http://schemas.openxmlformats.org/officeDocument/2006/relationships/tags" Target="../tags/tag866.xml"/><Relationship Id="rId2" Type="http://schemas.openxmlformats.org/officeDocument/2006/relationships/tags" Target="../tags/tag865.xml"/><Relationship Id="rId17" Type="http://schemas.openxmlformats.org/officeDocument/2006/relationships/slideLayout" Target="../slideLayouts/slideLayout7.xml"/><Relationship Id="rId16" Type="http://schemas.openxmlformats.org/officeDocument/2006/relationships/themeOverride" Target="../theme/themeOverride53.xml"/><Relationship Id="rId15" Type="http://schemas.openxmlformats.org/officeDocument/2006/relationships/tags" Target="../tags/tag876.xml"/><Relationship Id="rId14" Type="http://schemas.openxmlformats.org/officeDocument/2006/relationships/image" Target="../media/image84.png"/><Relationship Id="rId13" Type="http://schemas.openxmlformats.org/officeDocument/2006/relationships/image" Target="../media/image81.png"/><Relationship Id="rId12" Type="http://schemas.openxmlformats.org/officeDocument/2006/relationships/tags" Target="../tags/tag875.xml"/><Relationship Id="rId11" Type="http://schemas.openxmlformats.org/officeDocument/2006/relationships/tags" Target="../tags/tag874.xml"/><Relationship Id="rId10" Type="http://schemas.openxmlformats.org/officeDocument/2006/relationships/tags" Target="../tags/tag873.xml"/><Relationship Id="rId1" Type="http://schemas.openxmlformats.org/officeDocument/2006/relationships/tags" Target="../tags/tag864.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78.xml"/><Relationship Id="rId1" Type="http://schemas.openxmlformats.org/officeDocument/2006/relationships/tags" Target="../tags/tag877.xml"/></Relationships>
</file>

<file path=ppt/slides/_rels/slide63.xml.rels><?xml version="1.0" encoding="UTF-8" standalone="yes"?>
<Relationships xmlns="http://schemas.openxmlformats.org/package/2006/relationships"><Relationship Id="rId9" Type="http://schemas.openxmlformats.org/officeDocument/2006/relationships/tags" Target="../tags/tag887.xml"/><Relationship Id="rId8" Type="http://schemas.openxmlformats.org/officeDocument/2006/relationships/tags" Target="../tags/tag886.xml"/><Relationship Id="rId7" Type="http://schemas.openxmlformats.org/officeDocument/2006/relationships/tags" Target="../tags/tag885.xml"/><Relationship Id="rId6" Type="http://schemas.openxmlformats.org/officeDocument/2006/relationships/tags" Target="../tags/tag884.xml"/><Relationship Id="rId5" Type="http://schemas.openxmlformats.org/officeDocument/2006/relationships/tags" Target="../tags/tag883.xml"/><Relationship Id="rId4" Type="http://schemas.openxmlformats.org/officeDocument/2006/relationships/tags" Target="../tags/tag882.xml"/><Relationship Id="rId3" Type="http://schemas.openxmlformats.org/officeDocument/2006/relationships/tags" Target="../tags/tag881.xml"/><Relationship Id="rId2" Type="http://schemas.openxmlformats.org/officeDocument/2006/relationships/tags" Target="../tags/tag880.xml"/><Relationship Id="rId15" Type="http://schemas.openxmlformats.org/officeDocument/2006/relationships/slideLayout" Target="../slideLayouts/slideLayout7.xml"/><Relationship Id="rId14" Type="http://schemas.openxmlformats.org/officeDocument/2006/relationships/themeOverride" Target="../theme/themeOverride54.xml"/><Relationship Id="rId13" Type="http://schemas.openxmlformats.org/officeDocument/2006/relationships/tags" Target="../tags/tag891.xml"/><Relationship Id="rId12" Type="http://schemas.openxmlformats.org/officeDocument/2006/relationships/tags" Target="../tags/tag890.xml"/><Relationship Id="rId11" Type="http://schemas.openxmlformats.org/officeDocument/2006/relationships/tags" Target="../tags/tag889.xml"/><Relationship Id="rId10" Type="http://schemas.openxmlformats.org/officeDocument/2006/relationships/tags" Target="../tags/tag888.xml"/><Relationship Id="rId1" Type="http://schemas.openxmlformats.org/officeDocument/2006/relationships/tags" Target="../tags/tag879.xml"/></Relationships>
</file>

<file path=ppt/slides/_rels/slide64.xml.rels><?xml version="1.0" encoding="UTF-8" standalone="yes"?>
<Relationships xmlns="http://schemas.openxmlformats.org/package/2006/relationships"><Relationship Id="rId9" Type="http://schemas.openxmlformats.org/officeDocument/2006/relationships/tags" Target="../tags/tag900.xml"/><Relationship Id="rId8" Type="http://schemas.openxmlformats.org/officeDocument/2006/relationships/tags" Target="../tags/tag899.xml"/><Relationship Id="rId7" Type="http://schemas.openxmlformats.org/officeDocument/2006/relationships/tags" Target="../tags/tag898.xml"/><Relationship Id="rId6" Type="http://schemas.openxmlformats.org/officeDocument/2006/relationships/tags" Target="../tags/tag897.xml"/><Relationship Id="rId5" Type="http://schemas.openxmlformats.org/officeDocument/2006/relationships/tags" Target="../tags/tag896.xml"/><Relationship Id="rId4" Type="http://schemas.openxmlformats.org/officeDocument/2006/relationships/tags" Target="../tags/tag895.xml"/><Relationship Id="rId3" Type="http://schemas.openxmlformats.org/officeDocument/2006/relationships/tags" Target="../tags/tag894.xml"/><Relationship Id="rId2" Type="http://schemas.openxmlformats.org/officeDocument/2006/relationships/tags" Target="../tags/tag893.xml"/><Relationship Id="rId15" Type="http://schemas.openxmlformats.org/officeDocument/2006/relationships/slideLayout" Target="../slideLayouts/slideLayout7.xml"/><Relationship Id="rId14" Type="http://schemas.openxmlformats.org/officeDocument/2006/relationships/themeOverride" Target="../theme/themeOverride55.xml"/><Relationship Id="rId13" Type="http://schemas.openxmlformats.org/officeDocument/2006/relationships/tags" Target="../tags/tag904.xml"/><Relationship Id="rId12" Type="http://schemas.openxmlformats.org/officeDocument/2006/relationships/tags" Target="../tags/tag903.xml"/><Relationship Id="rId11" Type="http://schemas.openxmlformats.org/officeDocument/2006/relationships/tags" Target="../tags/tag902.xml"/><Relationship Id="rId10" Type="http://schemas.openxmlformats.org/officeDocument/2006/relationships/tags" Target="../tags/tag901.xml"/><Relationship Id="rId1" Type="http://schemas.openxmlformats.org/officeDocument/2006/relationships/tags" Target="../tags/tag892.xml"/></Relationships>
</file>

<file path=ppt/slides/_rels/slide65.xml.rels><?xml version="1.0" encoding="UTF-8" standalone="yes"?>
<Relationships xmlns="http://schemas.openxmlformats.org/package/2006/relationships"><Relationship Id="rId9" Type="http://schemas.openxmlformats.org/officeDocument/2006/relationships/tags" Target="../tags/tag913.xml"/><Relationship Id="rId8" Type="http://schemas.openxmlformats.org/officeDocument/2006/relationships/tags" Target="../tags/tag912.xml"/><Relationship Id="rId7" Type="http://schemas.openxmlformats.org/officeDocument/2006/relationships/tags" Target="../tags/tag911.xml"/><Relationship Id="rId6" Type="http://schemas.openxmlformats.org/officeDocument/2006/relationships/tags" Target="../tags/tag910.xml"/><Relationship Id="rId5" Type="http://schemas.openxmlformats.org/officeDocument/2006/relationships/tags" Target="../tags/tag909.xml"/><Relationship Id="rId4" Type="http://schemas.openxmlformats.org/officeDocument/2006/relationships/tags" Target="../tags/tag908.xml"/><Relationship Id="rId3" Type="http://schemas.openxmlformats.org/officeDocument/2006/relationships/tags" Target="../tags/tag907.xml"/><Relationship Id="rId2" Type="http://schemas.openxmlformats.org/officeDocument/2006/relationships/tags" Target="../tags/tag906.xml"/><Relationship Id="rId15" Type="http://schemas.openxmlformats.org/officeDocument/2006/relationships/slideLayout" Target="../slideLayouts/slideLayout7.xml"/><Relationship Id="rId14" Type="http://schemas.openxmlformats.org/officeDocument/2006/relationships/themeOverride" Target="../theme/themeOverride56.xml"/><Relationship Id="rId13" Type="http://schemas.openxmlformats.org/officeDocument/2006/relationships/tags" Target="../tags/tag917.xml"/><Relationship Id="rId12" Type="http://schemas.openxmlformats.org/officeDocument/2006/relationships/tags" Target="../tags/tag916.xml"/><Relationship Id="rId11" Type="http://schemas.openxmlformats.org/officeDocument/2006/relationships/tags" Target="../tags/tag915.xml"/><Relationship Id="rId10" Type="http://schemas.openxmlformats.org/officeDocument/2006/relationships/tags" Target="../tags/tag914.xml"/><Relationship Id="rId1" Type="http://schemas.openxmlformats.org/officeDocument/2006/relationships/tags" Target="../tags/tag905.xml"/></Relationships>
</file>

<file path=ppt/slides/_rels/slide66.xml.rels><?xml version="1.0" encoding="UTF-8" standalone="yes"?>
<Relationships xmlns="http://schemas.openxmlformats.org/package/2006/relationships"><Relationship Id="rId9" Type="http://schemas.openxmlformats.org/officeDocument/2006/relationships/tags" Target="../tags/tag926.xml"/><Relationship Id="rId8" Type="http://schemas.openxmlformats.org/officeDocument/2006/relationships/tags" Target="../tags/tag925.xml"/><Relationship Id="rId7" Type="http://schemas.openxmlformats.org/officeDocument/2006/relationships/tags" Target="../tags/tag924.xml"/><Relationship Id="rId6" Type="http://schemas.openxmlformats.org/officeDocument/2006/relationships/tags" Target="../tags/tag923.xml"/><Relationship Id="rId5" Type="http://schemas.openxmlformats.org/officeDocument/2006/relationships/tags" Target="../tags/tag922.xml"/><Relationship Id="rId4" Type="http://schemas.openxmlformats.org/officeDocument/2006/relationships/tags" Target="../tags/tag921.xml"/><Relationship Id="rId3" Type="http://schemas.openxmlformats.org/officeDocument/2006/relationships/tags" Target="../tags/tag920.xml"/><Relationship Id="rId2" Type="http://schemas.openxmlformats.org/officeDocument/2006/relationships/tags" Target="../tags/tag919.xml"/><Relationship Id="rId15" Type="http://schemas.openxmlformats.org/officeDocument/2006/relationships/slideLayout" Target="../slideLayouts/slideLayout7.xml"/><Relationship Id="rId14" Type="http://schemas.openxmlformats.org/officeDocument/2006/relationships/themeOverride" Target="../theme/themeOverride57.xml"/><Relationship Id="rId13" Type="http://schemas.openxmlformats.org/officeDocument/2006/relationships/tags" Target="../tags/tag930.xml"/><Relationship Id="rId12" Type="http://schemas.openxmlformats.org/officeDocument/2006/relationships/tags" Target="../tags/tag929.xml"/><Relationship Id="rId11" Type="http://schemas.openxmlformats.org/officeDocument/2006/relationships/tags" Target="../tags/tag928.xml"/><Relationship Id="rId10" Type="http://schemas.openxmlformats.org/officeDocument/2006/relationships/tags" Target="../tags/tag927.xml"/><Relationship Id="rId1" Type="http://schemas.openxmlformats.org/officeDocument/2006/relationships/tags" Target="../tags/tag918.xml"/></Relationships>
</file>

<file path=ppt/slides/_rels/slide67.xml.rels><?xml version="1.0" encoding="UTF-8" standalone="yes"?>
<Relationships xmlns="http://schemas.openxmlformats.org/package/2006/relationships"><Relationship Id="rId9" Type="http://schemas.openxmlformats.org/officeDocument/2006/relationships/tags" Target="../tags/tag939.xml"/><Relationship Id="rId8" Type="http://schemas.openxmlformats.org/officeDocument/2006/relationships/tags" Target="../tags/tag938.xml"/><Relationship Id="rId7" Type="http://schemas.openxmlformats.org/officeDocument/2006/relationships/tags" Target="../tags/tag937.xml"/><Relationship Id="rId6" Type="http://schemas.openxmlformats.org/officeDocument/2006/relationships/tags" Target="../tags/tag936.xml"/><Relationship Id="rId5" Type="http://schemas.openxmlformats.org/officeDocument/2006/relationships/tags" Target="../tags/tag935.xml"/><Relationship Id="rId4" Type="http://schemas.openxmlformats.org/officeDocument/2006/relationships/tags" Target="../tags/tag934.xml"/><Relationship Id="rId3" Type="http://schemas.openxmlformats.org/officeDocument/2006/relationships/tags" Target="../tags/tag933.xml"/><Relationship Id="rId2" Type="http://schemas.openxmlformats.org/officeDocument/2006/relationships/tags" Target="../tags/tag932.xml"/><Relationship Id="rId15" Type="http://schemas.openxmlformats.org/officeDocument/2006/relationships/slideLayout" Target="../slideLayouts/slideLayout7.xml"/><Relationship Id="rId14" Type="http://schemas.openxmlformats.org/officeDocument/2006/relationships/themeOverride" Target="../theme/themeOverride58.xml"/><Relationship Id="rId13" Type="http://schemas.openxmlformats.org/officeDocument/2006/relationships/tags" Target="../tags/tag943.xml"/><Relationship Id="rId12" Type="http://schemas.openxmlformats.org/officeDocument/2006/relationships/tags" Target="../tags/tag942.xml"/><Relationship Id="rId11" Type="http://schemas.openxmlformats.org/officeDocument/2006/relationships/tags" Target="../tags/tag941.xml"/><Relationship Id="rId10" Type="http://schemas.openxmlformats.org/officeDocument/2006/relationships/tags" Target="../tags/tag940.xml"/><Relationship Id="rId1" Type="http://schemas.openxmlformats.org/officeDocument/2006/relationships/tags" Target="../tags/tag931.xml"/></Relationships>
</file>

<file path=ppt/slides/_rels/slide68.xml.rels><?xml version="1.0" encoding="UTF-8" standalone="yes"?>
<Relationships xmlns="http://schemas.openxmlformats.org/package/2006/relationships"><Relationship Id="rId9" Type="http://schemas.openxmlformats.org/officeDocument/2006/relationships/tags" Target="../tags/tag952.xml"/><Relationship Id="rId8" Type="http://schemas.openxmlformats.org/officeDocument/2006/relationships/tags" Target="../tags/tag951.xml"/><Relationship Id="rId7" Type="http://schemas.openxmlformats.org/officeDocument/2006/relationships/tags" Target="../tags/tag950.xml"/><Relationship Id="rId6" Type="http://schemas.openxmlformats.org/officeDocument/2006/relationships/tags" Target="../tags/tag949.xml"/><Relationship Id="rId5" Type="http://schemas.openxmlformats.org/officeDocument/2006/relationships/tags" Target="../tags/tag948.xml"/><Relationship Id="rId4" Type="http://schemas.openxmlformats.org/officeDocument/2006/relationships/tags" Target="../tags/tag947.xml"/><Relationship Id="rId3" Type="http://schemas.openxmlformats.org/officeDocument/2006/relationships/tags" Target="../tags/tag946.xml"/><Relationship Id="rId2" Type="http://schemas.openxmlformats.org/officeDocument/2006/relationships/tags" Target="../tags/tag945.xml"/><Relationship Id="rId15" Type="http://schemas.openxmlformats.org/officeDocument/2006/relationships/slideLayout" Target="../slideLayouts/slideLayout7.xml"/><Relationship Id="rId14" Type="http://schemas.openxmlformats.org/officeDocument/2006/relationships/themeOverride" Target="../theme/themeOverride59.xml"/><Relationship Id="rId13" Type="http://schemas.openxmlformats.org/officeDocument/2006/relationships/tags" Target="../tags/tag956.xml"/><Relationship Id="rId12" Type="http://schemas.openxmlformats.org/officeDocument/2006/relationships/tags" Target="../tags/tag955.xml"/><Relationship Id="rId11" Type="http://schemas.openxmlformats.org/officeDocument/2006/relationships/tags" Target="../tags/tag954.xml"/><Relationship Id="rId10" Type="http://schemas.openxmlformats.org/officeDocument/2006/relationships/tags" Target="../tags/tag953.xml"/><Relationship Id="rId1" Type="http://schemas.openxmlformats.org/officeDocument/2006/relationships/tags" Target="../tags/tag944.xml"/></Relationships>
</file>

<file path=ppt/slides/_rels/slide69.xml.rels><?xml version="1.0" encoding="UTF-8" standalone="yes"?>
<Relationships xmlns="http://schemas.openxmlformats.org/package/2006/relationships"><Relationship Id="rId9" Type="http://schemas.openxmlformats.org/officeDocument/2006/relationships/tags" Target="../tags/tag965.xml"/><Relationship Id="rId8" Type="http://schemas.openxmlformats.org/officeDocument/2006/relationships/tags" Target="../tags/tag964.xml"/><Relationship Id="rId7" Type="http://schemas.openxmlformats.org/officeDocument/2006/relationships/tags" Target="../tags/tag963.xml"/><Relationship Id="rId6" Type="http://schemas.openxmlformats.org/officeDocument/2006/relationships/tags" Target="../tags/tag962.xml"/><Relationship Id="rId5" Type="http://schemas.openxmlformats.org/officeDocument/2006/relationships/tags" Target="../tags/tag961.xml"/><Relationship Id="rId4" Type="http://schemas.openxmlformats.org/officeDocument/2006/relationships/tags" Target="../tags/tag960.xml"/><Relationship Id="rId3" Type="http://schemas.openxmlformats.org/officeDocument/2006/relationships/tags" Target="../tags/tag959.xml"/><Relationship Id="rId2" Type="http://schemas.openxmlformats.org/officeDocument/2006/relationships/tags" Target="../tags/tag958.xml"/><Relationship Id="rId15" Type="http://schemas.openxmlformats.org/officeDocument/2006/relationships/slideLayout" Target="../slideLayouts/slideLayout7.xml"/><Relationship Id="rId14" Type="http://schemas.openxmlformats.org/officeDocument/2006/relationships/themeOverride" Target="../theme/themeOverride60.xml"/><Relationship Id="rId13" Type="http://schemas.openxmlformats.org/officeDocument/2006/relationships/tags" Target="../tags/tag969.xml"/><Relationship Id="rId12" Type="http://schemas.openxmlformats.org/officeDocument/2006/relationships/tags" Target="../tags/tag968.xml"/><Relationship Id="rId11" Type="http://schemas.openxmlformats.org/officeDocument/2006/relationships/tags" Target="../tags/tag967.xml"/><Relationship Id="rId10" Type="http://schemas.openxmlformats.org/officeDocument/2006/relationships/tags" Target="../tags/tag966.xml"/><Relationship Id="rId1" Type="http://schemas.openxmlformats.org/officeDocument/2006/relationships/tags" Target="../tags/tag957.xml"/></Relationships>
</file>

<file path=ppt/slides/_rels/slide70.xml.rels><?xml version="1.0" encoding="UTF-8" standalone="yes"?>
<Relationships xmlns="http://schemas.openxmlformats.org/package/2006/relationships"><Relationship Id="rId9" Type="http://schemas.openxmlformats.org/officeDocument/2006/relationships/tags" Target="../tags/tag978.xml"/><Relationship Id="rId8" Type="http://schemas.openxmlformats.org/officeDocument/2006/relationships/tags" Target="../tags/tag977.xml"/><Relationship Id="rId7" Type="http://schemas.openxmlformats.org/officeDocument/2006/relationships/tags" Target="../tags/tag976.xml"/><Relationship Id="rId6" Type="http://schemas.openxmlformats.org/officeDocument/2006/relationships/tags" Target="../tags/tag975.xml"/><Relationship Id="rId5" Type="http://schemas.openxmlformats.org/officeDocument/2006/relationships/tags" Target="../tags/tag974.xml"/><Relationship Id="rId4" Type="http://schemas.openxmlformats.org/officeDocument/2006/relationships/tags" Target="../tags/tag973.xml"/><Relationship Id="rId3" Type="http://schemas.openxmlformats.org/officeDocument/2006/relationships/tags" Target="../tags/tag972.xml"/><Relationship Id="rId2" Type="http://schemas.openxmlformats.org/officeDocument/2006/relationships/tags" Target="../tags/tag971.xml"/><Relationship Id="rId15" Type="http://schemas.openxmlformats.org/officeDocument/2006/relationships/slideLayout" Target="../slideLayouts/slideLayout7.xml"/><Relationship Id="rId14" Type="http://schemas.openxmlformats.org/officeDocument/2006/relationships/themeOverride" Target="../theme/themeOverride61.xml"/><Relationship Id="rId13" Type="http://schemas.openxmlformats.org/officeDocument/2006/relationships/tags" Target="../tags/tag982.xml"/><Relationship Id="rId12" Type="http://schemas.openxmlformats.org/officeDocument/2006/relationships/tags" Target="../tags/tag981.xml"/><Relationship Id="rId11" Type="http://schemas.openxmlformats.org/officeDocument/2006/relationships/tags" Target="../tags/tag980.xml"/><Relationship Id="rId10" Type="http://schemas.openxmlformats.org/officeDocument/2006/relationships/tags" Target="../tags/tag979.xml"/><Relationship Id="rId1" Type="http://schemas.openxmlformats.org/officeDocument/2006/relationships/tags" Target="../tags/tag970.xml"/></Relationships>
</file>

<file path=ppt/slides/_rels/slide71.xml.rels><?xml version="1.0" encoding="UTF-8" standalone="yes"?>
<Relationships xmlns="http://schemas.openxmlformats.org/package/2006/relationships"><Relationship Id="rId9" Type="http://schemas.openxmlformats.org/officeDocument/2006/relationships/tags" Target="../tags/tag991.xml"/><Relationship Id="rId8" Type="http://schemas.openxmlformats.org/officeDocument/2006/relationships/tags" Target="../tags/tag990.xml"/><Relationship Id="rId7" Type="http://schemas.openxmlformats.org/officeDocument/2006/relationships/tags" Target="../tags/tag989.xml"/><Relationship Id="rId6" Type="http://schemas.openxmlformats.org/officeDocument/2006/relationships/tags" Target="../tags/tag988.xml"/><Relationship Id="rId5" Type="http://schemas.openxmlformats.org/officeDocument/2006/relationships/tags" Target="../tags/tag987.xml"/><Relationship Id="rId4" Type="http://schemas.openxmlformats.org/officeDocument/2006/relationships/tags" Target="../tags/tag986.xml"/><Relationship Id="rId3" Type="http://schemas.openxmlformats.org/officeDocument/2006/relationships/tags" Target="../tags/tag985.xml"/><Relationship Id="rId2" Type="http://schemas.openxmlformats.org/officeDocument/2006/relationships/tags" Target="../tags/tag984.xml"/><Relationship Id="rId15" Type="http://schemas.openxmlformats.org/officeDocument/2006/relationships/slideLayout" Target="../slideLayouts/slideLayout7.xml"/><Relationship Id="rId14" Type="http://schemas.openxmlformats.org/officeDocument/2006/relationships/themeOverride" Target="../theme/themeOverride62.xml"/><Relationship Id="rId13" Type="http://schemas.openxmlformats.org/officeDocument/2006/relationships/tags" Target="../tags/tag995.xml"/><Relationship Id="rId12" Type="http://schemas.openxmlformats.org/officeDocument/2006/relationships/tags" Target="../tags/tag994.xml"/><Relationship Id="rId11" Type="http://schemas.openxmlformats.org/officeDocument/2006/relationships/tags" Target="../tags/tag993.xml"/><Relationship Id="rId10" Type="http://schemas.openxmlformats.org/officeDocument/2006/relationships/tags" Target="../tags/tag992.xml"/><Relationship Id="rId1" Type="http://schemas.openxmlformats.org/officeDocument/2006/relationships/tags" Target="../tags/tag983.xml"/></Relationships>
</file>

<file path=ppt/slides/_rels/slide72.xml.rels><?xml version="1.0" encoding="UTF-8" standalone="yes"?>
<Relationships xmlns="http://schemas.openxmlformats.org/package/2006/relationships"><Relationship Id="rId9" Type="http://schemas.openxmlformats.org/officeDocument/2006/relationships/tags" Target="../tags/tag1004.xml"/><Relationship Id="rId8" Type="http://schemas.openxmlformats.org/officeDocument/2006/relationships/tags" Target="../tags/tag1003.xml"/><Relationship Id="rId7" Type="http://schemas.openxmlformats.org/officeDocument/2006/relationships/tags" Target="../tags/tag1002.xml"/><Relationship Id="rId6" Type="http://schemas.openxmlformats.org/officeDocument/2006/relationships/tags" Target="../tags/tag1001.xml"/><Relationship Id="rId5" Type="http://schemas.openxmlformats.org/officeDocument/2006/relationships/tags" Target="../tags/tag1000.xml"/><Relationship Id="rId4" Type="http://schemas.openxmlformats.org/officeDocument/2006/relationships/tags" Target="../tags/tag999.xml"/><Relationship Id="rId3" Type="http://schemas.openxmlformats.org/officeDocument/2006/relationships/tags" Target="../tags/tag998.xml"/><Relationship Id="rId2" Type="http://schemas.openxmlformats.org/officeDocument/2006/relationships/tags" Target="../tags/tag997.xml"/><Relationship Id="rId15" Type="http://schemas.openxmlformats.org/officeDocument/2006/relationships/slideLayout" Target="../slideLayouts/slideLayout7.xml"/><Relationship Id="rId14" Type="http://schemas.openxmlformats.org/officeDocument/2006/relationships/themeOverride" Target="../theme/themeOverride63.xml"/><Relationship Id="rId13" Type="http://schemas.openxmlformats.org/officeDocument/2006/relationships/tags" Target="../tags/tag1008.xml"/><Relationship Id="rId12" Type="http://schemas.openxmlformats.org/officeDocument/2006/relationships/tags" Target="../tags/tag1007.xml"/><Relationship Id="rId11" Type="http://schemas.openxmlformats.org/officeDocument/2006/relationships/tags" Target="../tags/tag1006.xml"/><Relationship Id="rId10" Type="http://schemas.openxmlformats.org/officeDocument/2006/relationships/tags" Target="../tags/tag1005.xml"/><Relationship Id="rId1" Type="http://schemas.openxmlformats.org/officeDocument/2006/relationships/tags" Target="../tags/tag996.xml"/></Relationships>
</file>

<file path=ppt/slides/_rels/slide73.xml.rels><?xml version="1.0" encoding="UTF-8" standalone="yes"?>
<Relationships xmlns="http://schemas.openxmlformats.org/package/2006/relationships"><Relationship Id="rId9" Type="http://schemas.openxmlformats.org/officeDocument/2006/relationships/tags" Target="../tags/tag1017.xml"/><Relationship Id="rId8" Type="http://schemas.openxmlformats.org/officeDocument/2006/relationships/tags" Target="../tags/tag1016.xml"/><Relationship Id="rId7" Type="http://schemas.openxmlformats.org/officeDocument/2006/relationships/tags" Target="../tags/tag1015.xml"/><Relationship Id="rId6" Type="http://schemas.openxmlformats.org/officeDocument/2006/relationships/tags" Target="../tags/tag1014.xml"/><Relationship Id="rId5" Type="http://schemas.openxmlformats.org/officeDocument/2006/relationships/tags" Target="../tags/tag1013.xml"/><Relationship Id="rId4" Type="http://schemas.openxmlformats.org/officeDocument/2006/relationships/tags" Target="../tags/tag1012.xml"/><Relationship Id="rId3" Type="http://schemas.openxmlformats.org/officeDocument/2006/relationships/tags" Target="../tags/tag1011.xml"/><Relationship Id="rId2" Type="http://schemas.openxmlformats.org/officeDocument/2006/relationships/tags" Target="../tags/tag1010.xml"/><Relationship Id="rId15" Type="http://schemas.openxmlformats.org/officeDocument/2006/relationships/slideLayout" Target="../slideLayouts/slideLayout7.xml"/><Relationship Id="rId14" Type="http://schemas.openxmlformats.org/officeDocument/2006/relationships/themeOverride" Target="../theme/themeOverride64.xml"/><Relationship Id="rId13" Type="http://schemas.openxmlformats.org/officeDocument/2006/relationships/tags" Target="../tags/tag1021.xml"/><Relationship Id="rId12" Type="http://schemas.openxmlformats.org/officeDocument/2006/relationships/tags" Target="../tags/tag1020.xml"/><Relationship Id="rId11" Type="http://schemas.openxmlformats.org/officeDocument/2006/relationships/tags" Target="../tags/tag1019.xml"/><Relationship Id="rId10" Type="http://schemas.openxmlformats.org/officeDocument/2006/relationships/tags" Target="../tags/tag1018.xml"/><Relationship Id="rId1" Type="http://schemas.openxmlformats.org/officeDocument/2006/relationships/tags" Target="../tags/tag1009.xml"/></Relationships>
</file>

<file path=ppt/slides/_rels/slide74.xml.rels><?xml version="1.0" encoding="UTF-8" standalone="yes"?>
<Relationships xmlns="http://schemas.openxmlformats.org/package/2006/relationships"><Relationship Id="rId9" Type="http://schemas.openxmlformats.org/officeDocument/2006/relationships/tags" Target="../tags/tag1030.xml"/><Relationship Id="rId8" Type="http://schemas.openxmlformats.org/officeDocument/2006/relationships/tags" Target="../tags/tag1029.xml"/><Relationship Id="rId7" Type="http://schemas.openxmlformats.org/officeDocument/2006/relationships/tags" Target="../tags/tag1028.xml"/><Relationship Id="rId6" Type="http://schemas.openxmlformats.org/officeDocument/2006/relationships/tags" Target="../tags/tag1027.xml"/><Relationship Id="rId5" Type="http://schemas.openxmlformats.org/officeDocument/2006/relationships/tags" Target="../tags/tag1026.xml"/><Relationship Id="rId4" Type="http://schemas.openxmlformats.org/officeDocument/2006/relationships/tags" Target="../tags/tag1025.xml"/><Relationship Id="rId3" Type="http://schemas.openxmlformats.org/officeDocument/2006/relationships/tags" Target="../tags/tag1024.xml"/><Relationship Id="rId2" Type="http://schemas.openxmlformats.org/officeDocument/2006/relationships/tags" Target="../tags/tag1023.xml"/><Relationship Id="rId15" Type="http://schemas.openxmlformats.org/officeDocument/2006/relationships/slideLayout" Target="../slideLayouts/slideLayout7.xml"/><Relationship Id="rId14" Type="http://schemas.openxmlformats.org/officeDocument/2006/relationships/themeOverride" Target="../theme/themeOverride65.xml"/><Relationship Id="rId13" Type="http://schemas.openxmlformats.org/officeDocument/2006/relationships/tags" Target="../tags/tag1034.xml"/><Relationship Id="rId12" Type="http://schemas.openxmlformats.org/officeDocument/2006/relationships/tags" Target="../tags/tag1033.xml"/><Relationship Id="rId11" Type="http://schemas.openxmlformats.org/officeDocument/2006/relationships/tags" Target="../tags/tag1032.xml"/><Relationship Id="rId10" Type="http://schemas.openxmlformats.org/officeDocument/2006/relationships/tags" Target="../tags/tag1031.xml"/><Relationship Id="rId1" Type="http://schemas.openxmlformats.org/officeDocument/2006/relationships/tags" Target="../tags/tag1022.xml"/></Relationships>
</file>

<file path=ppt/slides/_rels/slide75.xml.rels><?xml version="1.0" encoding="UTF-8" standalone="yes"?>
<Relationships xmlns="http://schemas.openxmlformats.org/package/2006/relationships"><Relationship Id="rId9" Type="http://schemas.openxmlformats.org/officeDocument/2006/relationships/tags" Target="../tags/tag1043.xml"/><Relationship Id="rId8" Type="http://schemas.openxmlformats.org/officeDocument/2006/relationships/tags" Target="../tags/tag1042.xml"/><Relationship Id="rId7" Type="http://schemas.openxmlformats.org/officeDocument/2006/relationships/tags" Target="../tags/tag1041.xml"/><Relationship Id="rId6" Type="http://schemas.openxmlformats.org/officeDocument/2006/relationships/tags" Target="../tags/tag1040.xml"/><Relationship Id="rId5" Type="http://schemas.openxmlformats.org/officeDocument/2006/relationships/tags" Target="../tags/tag1039.xml"/><Relationship Id="rId4" Type="http://schemas.openxmlformats.org/officeDocument/2006/relationships/tags" Target="../tags/tag1038.xml"/><Relationship Id="rId3" Type="http://schemas.openxmlformats.org/officeDocument/2006/relationships/tags" Target="../tags/tag1037.xml"/><Relationship Id="rId2" Type="http://schemas.openxmlformats.org/officeDocument/2006/relationships/tags" Target="../tags/tag1036.xml"/><Relationship Id="rId15" Type="http://schemas.openxmlformats.org/officeDocument/2006/relationships/slideLayout" Target="../slideLayouts/slideLayout7.xml"/><Relationship Id="rId14" Type="http://schemas.openxmlformats.org/officeDocument/2006/relationships/themeOverride" Target="../theme/themeOverride66.xml"/><Relationship Id="rId13" Type="http://schemas.openxmlformats.org/officeDocument/2006/relationships/tags" Target="../tags/tag1047.xml"/><Relationship Id="rId12" Type="http://schemas.openxmlformats.org/officeDocument/2006/relationships/tags" Target="../tags/tag1046.xml"/><Relationship Id="rId11" Type="http://schemas.openxmlformats.org/officeDocument/2006/relationships/tags" Target="../tags/tag1045.xml"/><Relationship Id="rId10" Type="http://schemas.openxmlformats.org/officeDocument/2006/relationships/tags" Target="../tags/tag1044.xml"/><Relationship Id="rId1" Type="http://schemas.openxmlformats.org/officeDocument/2006/relationships/tags" Target="../tags/tag1035.xml"/></Relationships>
</file>

<file path=ppt/slides/_rels/slide76.xml.rels><?xml version="1.0" encoding="UTF-8" standalone="yes"?>
<Relationships xmlns="http://schemas.openxmlformats.org/package/2006/relationships"><Relationship Id="rId9" Type="http://schemas.openxmlformats.org/officeDocument/2006/relationships/tags" Target="../tags/tag1056.xml"/><Relationship Id="rId8" Type="http://schemas.openxmlformats.org/officeDocument/2006/relationships/tags" Target="../tags/tag1055.xml"/><Relationship Id="rId7" Type="http://schemas.openxmlformats.org/officeDocument/2006/relationships/tags" Target="../tags/tag1054.xml"/><Relationship Id="rId6" Type="http://schemas.openxmlformats.org/officeDocument/2006/relationships/tags" Target="../tags/tag1053.xml"/><Relationship Id="rId5" Type="http://schemas.openxmlformats.org/officeDocument/2006/relationships/tags" Target="../tags/tag1052.xml"/><Relationship Id="rId4" Type="http://schemas.openxmlformats.org/officeDocument/2006/relationships/tags" Target="../tags/tag1051.xml"/><Relationship Id="rId3" Type="http://schemas.openxmlformats.org/officeDocument/2006/relationships/tags" Target="../tags/tag1050.xml"/><Relationship Id="rId2" Type="http://schemas.openxmlformats.org/officeDocument/2006/relationships/tags" Target="../tags/tag1049.xml"/><Relationship Id="rId15" Type="http://schemas.openxmlformats.org/officeDocument/2006/relationships/slideLayout" Target="../slideLayouts/slideLayout7.xml"/><Relationship Id="rId14" Type="http://schemas.openxmlformats.org/officeDocument/2006/relationships/themeOverride" Target="../theme/themeOverride67.xml"/><Relationship Id="rId13" Type="http://schemas.openxmlformats.org/officeDocument/2006/relationships/tags" Target="../tags/tag1060.xml"/><Relationship Id="rId12" Type="http://schemas.openxmlformats.org/officeDocument/2006/relationships/tags" Target="../tags/tag1059.xml"/><Relationship Id="rId11" Type="http://schemas.openxmlformats.org/officeDocument/2006/relationships/tags" Target="../tags/tag1058.xml"/><Relationship Id="rId10" Type="http://schemas.openxmlformats.org/officeDocument/2006/relationships/tags" Target="../tags/tag1057.xml"/><Relationship Id="rId1" Type="http://schemas.openxmlformats.org/officeDocument/2006/relationships/tags" Target="../tags/tag1048.xml"/></Relationships>
</file>

<file path=ppt/slides/_rels/slide77.xml.rels><?xml version="1.0" encoding="UTF-8" standalone="yes"?>
<Relationships xmlns="http://schemas.openxmlformats.org/package/2006/relationships"><Relationship Id="rId9" Type="http://schemas.openxmlformats.org/officeDocument/2006/relationships/tags" Target="../tags/tag1069.xml"/><Relationship Id="rId8" Type="http://schemas.openxmlformats.org/officeDocument/2006/relationships/tags" Target="../tags/tag1068.xml"/><Relationship Id="rId7" Type="http://schemas.openxmlformats.org/officeDocument/2006/relationships/tags" Target="../tags/tag1067.xml"/><Relationship Id="rId6" Type="http://schemas.openxmlformats.org/officeDocument/2006/relationships/tags" Target="../tags/tag1066.xml"/><Relationship Id="rId5" Type="http://schemas.openxmlformats.org/officeDocument/2006/relationships/tags" Target="../tags/tag1065.xml"/><Relationship Id="rId4" Type="http://schemas.openxmlformats.org/officeDocument/2006/relationships/tags" Target="../tags/tag1064.xml"/><Relationship Id="rId3" Type="http://schemas.openxmlformats.org/officeDocument/2006/relationships/tags" Target="../tags/tag1063.xml"/><Relationship Id="rId2" Type="http://schemas.openxmlformats.org/officeDocument/2006/relationships/tags" Target="../tags/tag1062.xml"/><Relationship Id="rId15" Type="http://schemas.openxmlformats.org/officeDocument/2006/relationships/slideLayout" Target="../slideLayouts/slideLayout7.xml"/><Relationship Id="rId14" Type="http://schemas.openxmlformats.org/officeDocument/2006/relationships/themeOverride" Target="../theme/themeOverride68.xml"/><Relationship Id="rId13" Type="http://schemas.openxmlformats.org/officeDocument/2006/relationships/tags" Target="../tags/tag1073.xml"/><Relationship Id="rId12" Type="http://schemas.openxmlformats.org/officeDocument/2006/relationships/tags" Target="../tags/tag1072.xml"/><Relationship Id="rId11" Type="http://schemas.openxmlformats.org/officeDocument/2006/relationships/tags" Target="../tags/tag1071.xml"/><Relationship Id="rId10" Type="http://schemas.openxmlformats.org/officeDocument/2006/relationships/tags" Target="../tags/tag1070.xml"/><Relationship Id="rId1" Type="http://schemas.openxmlformats.org/officeDocument/2006/relationships/tags" Target="../tags/tag1061.xml"/></Relationships>
</file>

<file path=ppt/slides/_rels/slide78.xml.rels><?xml version="1.0" encoding="UTF-8" standalone="yes"?>
<Relationships xmlns="http://schemas.openxmlformats.org/package/2006/relationships"><Relationship Id="rId9" Type="http://schemas.openxmlformats.org/officeDocument/2006/relationships/tags" Target="../tags/tag1082.xml"/><Relationship Id="rId8" Type="http://schemas.openxmlformats.org/officeDocument/2006/relationships/tags" Target="../tags/tag1081.xml"/><Relationship Id="rId7" Type="http://schemas.openxmlformats.org/officeDocument/2006/relationships/tags" Target="../tags/tag1080.xml"/><Relationship Id="rId6" Type="http://schemas.openxmlformats.org/officeDocument/2006/relationships/tags" Target="../tags/tag1079.xml"/><Relationship Id="rId5" Type="http://schemas.openxmlformats.org/officeDocument/2006/relationships/tags" Target="../tags/tag1078.xml"/><Relationship Id="rId4" Type="http://schemas.openxmlformats.org/officeDocument/2006/relationships/tags" Target="../tags/tag1077.xml"/><Relationship Id="rId3" Type="http://schemas.openxmlformats.org/officeDocument/2006/relationships/tags" Target="../tags/tag1076.xml"/><Relationship Id="rId2" Type="http://schemas.openxmlformats.org/officeDocument/2006/relationships/tags" Target="../tags/tag1075.xml"/><Relationship Id="rId15" Type="http://schemas.openxmlformats.org/officeDocument/2006/relationships/slideLayout" Target="../slideLayouts/slideLayout7.xml"/><Relationship Id="rId14" Type="http://schemas.openxmlformats.org/officeDocument/2006/relationships/themeOverride" Target="../theme/themeOverride69.xml"/><Relationship Id="rId13" Type="http://schemas.openxmlformats.org/officeDocument/2006/relationships/tags" Target="../tags/tag1086.xml"/><Relationship Id="rId12" Type="http://schemas.openxmlformats.org/officeDocument/2006/relationships/tags" Target="../tags/tag1085.xml"/><Relationship Id="rId11" Type="http://schemas.openxmlformats.org/officeDocument/2006/relationships/tags" Target="../tags/tag1084.xml"/><Relationship Id="rId10" Type="http://schemas.openxmlformats.org/officeDocument/2006/relationships/tags" Target="../tags/tag1083.xml"/><Relationship Id="rId1" Type="http://schemas.openxmlformats.org/officeDocument/2006/relationships/tags" Target="../tags/tag1074.xml"/></Relationships>
</file>

<file path=ppt/slides/_rels/slide79.xml.rels><?xml version="1.0" encoding="UTF-8" standalone="yes"?>
<Relationships xmlns="http://schemas.openxmlformats.org/package/2006/relationships"><Relationship Id="rId9" Type="http://schemas.openxmlformats.org/officeDocument/2006/relationships/tags" Target="../tags/tag1095.xml"/><Relationship Id="rId8" Type="http://schemas.openxmlformats.org/officeDocument/2006/relationships/tags" Target="../tags/tag1094.xml"/><Relationship Id="rId7" Type="http://schemas.openxmlformats.org/officeDocument/2006/relationships/tags" Target="../tags/tag1093.xml"/><Relationship Id="rId6" Type="http://schemas.openxmlformats.org/officeDocument/2006/relationships/tags" Target="../tags/tag1092.xml"/><Relationship Id="rId5" Type="http://schemas.openxmlformats.org/officeDocument/2006/relationships/tags" Target="../tags/tag1091.xml"/><Relationship Id="rId4" Type="http://schemas.openxmlformats.org/officeDocument/2006/relationships/tags" Target="../tags/tag1090.xml"/><Relationship Id="rId3" Type="http://schemas.openxmlformats.org/officeDocument/2006/relationships/tags" Target="../tags/tag1089.xml"/><Relationship Id="rId2" Type="http://schemas.openxmlformats.org/officeDocument/2006/relationships/tags" Target="../tags/tag1088.xml"/><Relationship Id="rId15" Type="http://schemas.openxmlformats.org/officeDocument/2006/relationships/slideLayout" Target="../slideLayouts/slideLayout7.xml"/><Relationship Id="rId14" Type="http://schemas.openxmlformats.org/officeDocument/2006/relationships/themeOverride" Target="../theme/themeOverride70.xml"/><Relationship Id="rId13" Type="http://schemas.openxmlformats.org/officeDocument/2006/relationships/tags" Target="../tags/tag1099.xml"/><Relationship Id="rId12" Type="http://schemas.openxmlformats.org/officeDocument/2006/relationships/tags" Target="../tags/tag1098.xml"/><Relationship Id="rId11" Type="http://schemas.openxmlformats.org/officeDocument/2006/relationships/tags" Target="../tags/tag1097.xml"/><Relationship Id="rId10" Type="http://schemas.openxmlformats.org/officeDocument/2006/relationships/tags" Target="../tags/tag1096.xml"/><Relationship Id="rId1" Type="http://schemas.openxmlformats.org/officeDocument/2006/relationships/tags" Target="../tags/tag1087.xml"/></Relationships>
</file>

<file path=ppt/slides/_rels/slide80.xml.rels><?xml version="1.0" encoding="UTF-8" standalone="yes"?>
<Relationships xmlns="http://schemas.openxmlformats.org/package/2006/relationships"><Relationship Id="rId9" Type="http://schemas.openxmlformats.org/officeDocument/2006/relationships/tags" Target="../tags/tag1108.xml"/><Relationship Id="rId8" Type="http://schemas.openxmlformats.org/officeDocument/2006/relationships/tags" Target="../tags/tag1107.xml"/><Relationship Id="rId7" Type="http://schemas.openxmlformats.org/officeDocument/2006/relationships/tags" Target="../tags/tag1106.xml"/><Relationship Id="rId6" Type="http://schemas.openxmlformats.org/officeDocument/2006/relationships/tags" Target="../tags/tag1105.xml"/><Relationship Id="rId5" Type="http://schemas.openxmlformats.org/officeDocument/2006/relationships/tags" Target="../tags/tag1104.xml"/><Relationship Id="rId4" Type="http://schemas.openxmlformats.org/officeDocument/2006/relationships/tags" Target="../tags/tag1103.xml"/><Relationship Id="rId3" Type="http://schemas.openxmlformats.org/officeDocument/2006/relationships/tags" Target="../tags/tag1102.xml"/><Relationship Id="rId2" Type="http://schemas.openxmlformats.org/officeDocument/2006/relationships/tags" Target="../tags/tag1101.xml"/><Relationship Id="rId15" Type="http://schemas.openxmlformats.org/officeDocument/2006/relationships/slideLayout" Target="../slideLayouts/slideLayout7.xml"/><Relationship Id="rId14" Type="http://schemas.openxmlformats.org/officeDocument/2006/relationships/themeOverride" Target="../theme/themeOverride71.xml"/><Relationship Id="rId13" Type="http://schemas.openxmlformats.org/officeDocument/2006/relationships/tags" Target="../tags/tag1112.xml"/><Relationship Id="rId12" Type="http://schemas.openxmlformats.org/officeDocument/2006/relationships/tags" Target="../tags/tag1111.xml"/><Relationship Id="rId11" Type="http://schemas.openxmlformats.org/officeDocument/2006/relationships/tags" Target="../tags/tag1110.xml"/><Relationship Id="rId10" Type="http://schemas.openxmlformats.org/officeDocument/2006/relationships/tags" Target="../tags/tag1109.xml"/><Relationship Id="rId1" Type="http://schemas.openxmlformats.org/officeDocument/2006/relationships/tags" Target="../tags/tag1100.xml"/></Relationships>
</file>

<file path=ppt/slides/_rels/slide81.xml.rels><?xml version="1.0" encoding="UTF-8" standalone="yes"?>
<Relationships xmlns="http://schemas.openxmlformats.org/package/2006/relationships"><Relationship Id="rId9" Type="http://schemas.openxmlformats.org/officeDocument/2006/relationships/tags" Target="../tags/tag1121.xml"/><Relationship Id="rId8" Type="http://schemas.openxmlformats.org/officeDocument/2006/relationships/tags" Target="../tags/tag1120.xml"/><Relationship Id="rId7" Type="http://schemas.openxmlformats.org/officeDocument/2006/relationships/tags" Target="../tags/tag1119.xml"/><Relationship Id="rId6" Type="http://schemas.openxmlformats.org/officeDocument/2006/relationships/tags" Target="../tags/tag1118.xml"/><Relationship Id="rId5" Type="http://schemas.openxmlformats.org/officeDocument/2006/relationships/tags" Target="../tags/tag1117.xml"/><Relationship Id="rId4" Type="http://schemas.openxmlformats.org/officeDocument/2006/relationships/tags" Target="../tags/tag1116.xml"/><Relationship Id="rId3" Type="http://schemas.openxmlformats.org/officeDocument/2006/relationships/tags" Target="../tags/tag1115.xml"/><Relationship Id="rId2" Type="http://schemas.openxmlformats.org/officeDocument/2006/relationships/tags" Target="../tags/tag1114.xml"/><Relationship Id="rId15" Type="http://schemas.openxmlformats.org/officeDocument/2006/relationships/slideLayout" Target="../slideLayouts/slideLayout7.xml"/><Relationship Id="rId14" Type="http://schemas.openxmlformats.org/officeDocument/2006/relationships/themeOverride" Target="../theme/themeOverride72.xml"/><Relationship Id="rId13" Type="http://schemas.openxmlformats.org/officeDocument/2006/relationships/tags" Target="../tags/tag1125.xml"/><Relationship Id="rId12" Type="http://schemas.openxmlformats.org/officeDocument/2006/relationships/tags" Target="../tags/tag1124.xml"/><Relationship Id="rId11" Type="http://schemas.openxmlformats.org/officeDocument/2006/relationships/tags" Target="../tags/tag1123.xml"/><Relationship Id="rId10" Type="http://schemas.openxmlformats.org/officeDocument/2006/relationships/tags" Target="../tags/tag1122.xml"/><Relationship Id="rId1" Type="http://schemas.openxmlformats.org/officeDocument/2006/relationships/tags" Target="../tags/tag1113.xml"/></Relationships>
</file>

<file path=ppt/slides/_rels/slide82.xml.rels><?xml version="1.0" encoding="UTF-8" standalone="yes"?>
<Relationships xmlns="http://schemas.openxmlformats.org/package/2006/relationships"><Relationship Id="rId9" Type="http://schemas.openxmlformats.org/officeDocument/2006/relationships/tags" Target="../tags/tag1134.xml"/><Relationship Id="rId8" Type="http://schemas.openxmlformats.org/officeDocument/2006/relationships/tags" Target="../tags/tag1133.xml"/><Relationship Id="rId7" Type="http://schemas.openxmlformats.org/officeDocument/2006/relationships/tags" Target="../tags/tag1132.xml"/><Relationship Id="rId6" Type="http://schemas.openxmlformats.org/officeDocument/2006/relationships/tags" Target="../tags/tag1131.xml"/><Relationship Id="rId5" Type="http://schemas.openxmlformats.org/officeDocument/2006/relationships/tags" Target="../tags/tag1130.xml"/><Relationship Id="rId4" Type="http://schemas.openxmlformats.org/officeDocument/2006/relationships/tags" Target="../tags/tag1129.xml"/><Relationship Id="rId3" Type="http://schemas.openxmlformats.org/officeDocument/2006/relationships/tags" Target="../tags/tag1128.xml"/><Relationship Id="rId2" Type="http://schemas.openxmlformats.org/officeDocument/2006/relationships/tags" Target="../tags/tag1127.xml"/><Relationship Id="rId15" Type="http://schemas.openxmlformats.org/officeDocument/2006/relationships/slideLayout" Target="../slideLayouts/slideLayout7.xml"/><Relationship Id="rId14" Type="http://schemas.openxmlformats.org/officeDocument/2006/relationships/themeOverride" Target="../theme/themeOverride73.xml"/><Relationship Id="rId13" Type="http://schemas.openxmlformats.org/officeDocument/2006/relationships/tags" Target="../tags/tag1138.xml"/><Relationship Id="rId12" Type="http://schemas.openxmlformats.org/officeDocument/2006/relationships/tags" Target="../tags/tag1137.xml"/><Relationship Id="rId11" Type="http://schemas.openxmlformats.org/officeDocument/2006/relationships/tags" Target="../tags/tag1136.xml"/><Relationship Id="rId10" Type="http://schemas.openxmlformats.org/officeDocument/2006/relationships/tags" Target="../tags/tag1135.xml"/><Relationship Id="rId1" Type="http://schemas.openxmlformats.org/officeDocument/2006/relationships/tags" Target="../tags/tag1126.xml"/></Relationships>
</file>

<file path=ppt/slides/_rels/slide83.xml.rels><?xml version="1.0" encoding="UTF-8" standalone="yes"?>
<Relationships xmlns="http://schemas.openxmlformats.org/package/2006/relationships"><Relationship Id="rId9" Type="http://schemas.openxmlformats.org/officeDocument/2006/relationships/tags" Target="../tags/tag1147.xml"/><Relationship Id="rId8" Type="http://schemas.openxmlformats.org/officeDocument/2006/relationships/tags" Target="../tags/tag1146.xml"/><Relationship Id="rId7" Type="http://schemas.openxmlformats.org/officeDocument/2006/relationships/tags" Target="../tags/tag1145.xml"/><Relationship Id="rId6" Type="http://schemas.openxmlformats.org/officeDocument/2006/relationships/tags" Target="../tags/tag1144.xml"/><Relationship Id="rId5" Type="http://schemas.openxmlformats.org/officeDocument/2006/relationships/tags" Target="../tags/tag1143.xml"/><Relationship Id="rId4" Type="http://schemas.openxmlformats.org/officeDocument/2006/relationships/tags" Target="../tags/tag1142.xml"/><Relationship Id="rId3" Type="http://schemas.openxmlformats.org/officeDocument/2006/relationships/tags" Target="../tags/tag1141.xml"/><Relationship Id="rId2" Type="http://schemas.openxmlformats.org/officeDocument/2006/relationships/tags" Target="../tags/tag1140.xml"/><Relationship Id="rId15" Type="http://schemas.openxmlformats.org/officeDocument/2006/relationships/slideLayout" Target="../slideLayouts/slideLayout7.xml"/><Relationship Id="rId14" Type="http://schemas.openxmlformats.org/officeDocument/2006/relationships/themeOverride" Target="../theme/themeOverride74.xml"/><Relationship Id="rId13" Type="http://schemas.openxmlformats.org/officeDocument/2006/relationships/tags" Target="../tags/tag1151.xml"/><Relationship Id="rId12" Type="http://schemas.openxmlformats.org/officeDocument/2006/relationships/tags" Target="../tags/tag1150.xml"/><Relationship Id="rId11" Type="http://schemas.openxmlformats.org/officeDocument/2006/relationships/tags" Target="../tags/tag1149.xml"/><Relationship Id="rId10" Type="http://schemas.openxmlformats.org/officeDocument/2006/relationships/tags" Target="../tags/tag1148.xml"/><Relationship Id="rId1" Type="http://schemas.openxmlformats.org/officeDocument/2006/relationships/tags" Target="../tags/tag1139.xml"/></Relationships>
</file>

<file path=ppt/slides/_rels/slide84.xml.rels><?xml version="1.0" encoding="UTF-8" standalone="yes"?>
<Relationships xmlns="http://schemas.openxmlformats.org/package/2006/relationships"><Relationship Id="rId9" Type="http://schemas.openxmlformats.org/officeDocument/2006/relationships/tags" Target="../tags/tag1160.xml"/><Relationship Id="rId8" Type="http://schemas.openxmlformats.org/officeDocument/2006/relationships/tags" Target="../tags/tag1159.xml"/><Relationship Id="rId7" Type="http://schemas.openxmlformats.org/officeDocument/2006/relationships/tags" Target="../tags/tag1158.xml"/><Relationship Id="rId6" Type="http://schemas.openxmlformats.org/officeDocument/2006/relationships/tags" Target="../tags/tag1157.xml"/><Relationship Id="rId5" Type="http://schemas.openxmlformats.org/officeDocument/2006/relationships/tags" Target="../tags/tag1156.xml"/><Relationship Id="rId4" Type="http://schemas.openxmlformats.org/officeDocument/2006/relationships/tags" Target="../tags/tag1155.xml"/><Relationship Id="rId3" Type="http://schemas.openxmlformats.org/officeDocument/2006/relationships/tags" Target="../tags/tag1154.xml"/><Relationship Id="rId2" Type="http://schemas.openxmlformats.org/officeDocument/2006/relationships/tags" Target="../tags/tag1153.xml"/><Relationship Id="rId15" Type="http://schemas.openxmlformats.org/officeDocument/2006/relationships/slideLayout" Target="../slideLayouts/slideLayout7.xml"/><Relationship Id="rId14" Type="http://schemas.openxmlformats.org/officeDocument/2006/relationships/themeOverride" Target="../theme/themeOverride75.xml"/><Relationship Id="rId13" Type="http://schemas.openxmlformats.org/officeDocument/2006/relationships/tags" Target="../tags/tag1164.xml"/><Relationship Id="rId12" Type="http://schemas.openxmlformats.org/officeDocument/2006/relationships/tags" Target="../tags/tag1163.xml"/><Relationship Id="rId11" Type="http://schemas.openxmlformats.org/officeDocument/2006/relationships/tags" Target="../tags/tag1162.xml"/><Relationship Id="rId10" Type="http://schemas.openxmlformats.org/officeDocument/2006/relationships/tags" Target="../tags/tag1161.xml"/><Relationship Id="rId1" Type="http://schemas.openxmlformats.org/officeDocument/2006/relationships/tags" Target="../tags/tag1152.xml"/></Relationships>
</file>

<file path=ppt/slides/_rels/slide85.xml.rels><?xml version="1.0" encoding="UTF-8" standalone="yes"?>
<Relationships xmlns="http://schemas.openxmlformats.org/package/2006/relationships"><Relationship Id="rId9" Type="http://schemas.openxmlformats.org/officeDocument/2006/relationships/tags" Target="../tags/tag1173.xml"/><Relationship Id="rId8" Type="http://schemas.openxmlformats.org/officeDocument/2006/relationships/tags" Target="../tags/tag1172.xml"/><Relationship Id="rId7" Type="http://schemas.openxmlformats.org/officeDocument/2006/relationships/tags" Target="../tags/tag1171.xml"/><Relationship Id="rId6" Type="http://schemas.openxmlformats.org/officeDocument/2006/relationships/tags" Target="../tags/tag1170.xml"/><Relationship Id="rId5" Type="http://schemas.openxmlformats.org/officeDocument/2006/relationships/tags" Target="../tags/tag1169.xml"/><Relationship Id="rId4" Type="http://schemas.openxmlformats.org/officeDocument/2006/relationships/tags" Target="../tags/tag1168.xml"/><Relationship Id="rId3" Type="http://schemas.openxmlformats.org/officeDocument/2006/relationships/tags" Target="../tags/tag1167.xml"/><Relationship Id="rId2" Type="http://schemas.openxmlformats.org/officeDocument/2006/relationships/tags" Target="../tags/tag1166.xml"/><Relationship Id="rId15" Type="http://schemas.openxmlformats.org/officeDocument/2006/relationships/slideLayout" Target="../slideLayouts/slideLayout7.xml"/><Relationship Id="rId14" Type="http://schemas.openxmlformats.org/officeDocument/2006/relationships/themeOverride" Target="../theme/themeOverride76.xml"/><Relationship Id="rId13" Type="http://schemas.openxmlformats.org/officeDocument/2006/relationships/tags" Target="../tags/tag1177.xml"/><Relationship Id="rId12" Type="http://schemas.openxmlformats.org/officeDocument/2006/relationships/tags" Target="../tags/tag1176.xml"/><Relationship Id="rId11" Type="http://schemas.openxmlformats.org/officeDocument/2006/relationships/tags" Target="../tags/tag1175.xml"/><Relationship Id="rId10" Type="http://schemas.openxmlformats.org/officeDocument/2006/relationships/tags" Target="../tags/tag1174.xml"/><Relationship Id="rId1" Type="http://schemas.openxmlformats.org/officeDocument/2006/relationships/tags" Target="../tags/tag1165.xml"/></Relationships>
</file>

<file path=ppt/slides/_rels/slide86.xml.rels><?xml version="1.0" encoding="UTF-8" standalone="yes"?>
<Relationships xmlns="http://schemas.openxmlformats.org/package/2006/relationships"><Relationship Id="rId9" Type="http://schemas.openxmlformats.org/officeDocument/2006/relationships/tags" Target="../tags/tag1186.xml"/><Relationship Id="rId8" Type="http://schemas.openxmlformats.org/officeDocument/2006/relationships/tags" Target="../tags/tag1185.xml"/><Relationship Id="rId7" Type="http://schemas.openxmlformats.org/officeDocument/2006/relationships/tags" Target="../tags/tag1184.xml"/><Relationship Id="rId6" Type="http://schemas.openxmlformats.org/officeDocument/2006/relationships/tags" Target="../tags/tag1183.xml"/><Relationship Id="rId5" Type="http://schemas.openxmlformats.org/officeDocument/2006/relationships/tags" Target="../tags/tag1182.xml"/><Relationship Id="rId4" Type="http://schemas.openxmlformats.org/officeDocument/2006/relationships/tags" Target="../tags/tag1181.xml"/><Relationship Id="rId3" Type="http://schemas.openxmlformats.org/officeDocument/2006/relationships/tags" Target="../tags/tag1180.xml"/><Relationship Id="rId2" Type="http://schemas.openxmlformats.org/officeDocument/2006/relationships/tags" Target="../tags/tag1179.xml"/><Relationship Id="rId17" Type="http://schemas.openxmlformats.org/officeDocument/2006/relationships/slideLayout" Target="../slideLayouts/slideLayout7.xml"/><Relationship Id="rId16" Type="http://schemas.openxmlformats.org/officeDocument/2006/relationships/themeOverride" Target="../theme/themeOverride77.xml"/><Relationship Id="rId15" Type="http://schemas.openxmlformats.org/officeDocument/2006/relationships/tags" Target="../tags/tag1190.xml"/><Relationship Id="rId14" Type="http://schemas.openxmlformats.org/officeDocument/2006/relationships/image" Target="../media/image86.png"/><Relationship Id="rId13" Type="http://schemas.openxmlformats.org/officeDocument/2006/relationships/image" Target="../media/image85.png"/><Relationship Id="rId12" Type="http://schemas.openxmlformats.org/officeDocument/2006/relationships/tags" Target="../tags/tag1189.xml"/><Relationship Id="rId11" Type="http://schemas.openxmlformats.org/officeDocument/2006/relationships/tags" Target="../tags/tag1188.xml"/><Relationship Id="rId10" Type="http://schemas.openxmlformats.org/officeDocument/2006/relationships/tags" Target="../tags/tag1187.xml"/><Relationship Id="rId1" Type="http://schemas.openxmlformats.org/officeDocument/2006/relationships/tags" Target="../tags/tag1178.xml"/></Relationships>
</file>

<file path=ppt/slides/_rels/slide87.xml.rels><?xml version="1.0" encoding="UTF-8" standalone="yes"?>
<Relationships xmlns="http://schemas.openxmlformats.org/package/2006/relationships"><Relationship Id="rId9" Type="http://schemas.openxmlformats.org/officeDocument/2006/relationships/tags" Target="../tags/tag1199.xml"/><Relationship Id="rId8" Type="http://schemas.openxmlformats.org/officeDocument/2006/relationships/tags" Target="../tags/tag1198.xml"/><Relationship Id="rId7" Type="http://schemas.openxmlformats.org/officeDocument/2006/relationships/tags" Target="../tags/tag1197.xml"/><Relationship Id="rId6" Type="http://schemas.openxmlformats.org/officeDocument/2006/relationships/tags" Target="../tags/tag1196.xml"/><Relationship Id="rId5" Type="http://schemas.openxmlformats.org/officeDocument/2006/relationships/tags" Target="../tags/tag1195.xml"/><Relationship Id="rId4" Type="http://schemas.openxmlformats.org/officeDocument/2006/relationships/tags" Target="../tags/tag1194.xml"/><Relationship Id="rId3" Type="http://schemas.openxmlformats.org/officeDocument/2006/relationships/tags" Target="../tags/tag1193.xml"/><Relationship Id="rId2" Type="http://schemas.openxmlformats.org/officeDocument/2006/relationships/tags" Target="../tags/tag1192.xml"/><Relationship Id="rId17" Type="http://schemas.openxmlformats.org/officeDocument/2006/relationships/slideLayout" Target="../slideLayouts/slideLayout7.xml"/><Relationship Id="rId16" Type="http://schemas.openxmlformats.org/officeDocument/2006/relationships/themeOverride" Target="../theme/themeOverride78.xml"/><Relationship Id="rId15" Type="http://schemas.openxmlformats.org/officeDocument/2006/relationships/tags" Target="../tags/tag1203.xml"/><Relationship Id="rId14" Type="http://schemas.openxmlformats.org/officeDocument/2006/relationships/image" Target="../media/image88.png"/><Relationship Id="rId13" Type="http://schemas.openxmlformats.org/officeDocument/2006/relationships/image" Target="../media/image87.png"/><Relationship Id="rId12" Type="http://schemas.openxmlformats.org/officeDocument/2006/relationships/tags" Target="../tags/tag1202.xml"/><Relationship Id="rId11" Type="http://schemas.openxmlformats.org/officeDocument/2006/relationships/tags" Target="../tags/tag1201.xml"/><Relationship Id="rId10" Type="http://schemas.openxmlformats.org/officeDocument/2006/relationships/tags" Target="../tags/tag1200.xml"/><Relationship Id="rId1" Type="http://schemas.openxmlformats.org/officeDocument/2006/relationships/tags" Target="../tags/tag1191.xml"/></Relationships>
</file>

<file path=ppt/slides/_rels/slide88.xml.rels><?xml version="1.0" encoding="UTF-8" standalone="yes"?>
<Relationships xmlns="http://schemas.openxmlformats.org/package/2006/relationships"><Relationship Id="rId9" Type="http://schemas.openxmlformats.org/officeDocument/2006/relationships/tags" Target="../tags/tag1211.xml"/><Relationship Id="rId8" Type="http://schemas.openxmlformats.org/officeDocument/2006/relationships/tags" Target="../tags/tag1210.xml"/><Relationship Id="rId7" Type="http://schemas.openxmlformats.org/officeDocument/2006/relationships/tags" Target="../tags/tag1209.xml"/><Relationship Id="rId6" Type="http://schemas.openxmlformats.org/officeDocument/2006/relationships/tags" Target="../tags/tag1208.xml"/><Relationship Id="rId5" Type="http://schemas.openxmlformats.org/officeDocument/2006/relationships/tags" Target="../tags/tag1207.xml"/><Relationship Id="rId4" Type="http://schemas.openxmlformats.org/officeDocument/2006/relationships/tags" Target="../tags/tag1206.xml"/><Relationship Id="rId3" Type="http://schemas.openxmlformats.org/officeDocument/2006/relationships/tags" Target="../tags/tag1205.xml"/><Relationship Id="rId2" Type="http://schemas.openxmlformats.org/officeDocument/2006/relationships/tags" Target="../tags/tag1204.xml"/><Relationship Id="rId16" Type="http://schemas.openxmlformats.org/officeDocument/2006/relationships/slideLayout" Target="../slideLayouts/slideLayout7.xml"/><Relationship Id="rId15" Type="http://schemas.openxmlformats.org/officeDocument/2006/relationships/themeOverride" Target="../theme/themeOverride79.xml"/><Relationship Id="rId14" Type="http://schemas.openxmlformats.org/officeDocument/2006/relationships/tags" Target="../tags/tag1216.xml"/><Relationship Id="rId13" Type="http://schemas.openxmlformats.org/officeDocument/2006/relationships/tags" Target="../tags/tag1215.xml"/><Relationship Id="rId12" Type="http://schemas.openxmlformats.org/officeDocument/2006/relationships/tags" Target="../tags/tag1214.xml"/><Relationship Id="rId11" Type="http://schemas.openxmlformats.org/officeDocument/2006/relationships/tags" Target="../tags/tag1213.xml"/><Relationship Id="rId10" Type="http://schemas.openxmlformats.org/officeDocument/2006/relationships/tags" Target="../tags/tag1212.xml"/><Relationship Id="rId1" Type="http://schemas.openxmlformats.org/officeDocument/2006/relationships/image" Target="../media/image89.png"/></Relationships>
</file>

<file path=ppt/slides/_rels/slide89.xml.rels><?xml version="1.0" encoding="UTF-8" standalone="yes"?>
<Relationships xmlns="http://schemas.openxmlformats.org/package/2006/relationships"><Relationship Id="rId9" Type="http://schemas.openxmlformats.org/officeDocument/2006/relationships/tags" Target="../tags/tag1225.xml"/><Relationship Id="rId8" Type="http://schemas.openxmlformats.org/officeDocument/2006/relationships/tags" Target="../tags/tag1224.xml"/><Relationship Id="rId7" Type="http://schemas.openxmlformats.org/officeDocument/2006/relationships/tags" Target="../tags/tag1223.xml"/><Relationship Id="rId6" Type="http://schemas.openxmlformats.org/officeDocument/2006/relationships/tags" Target="../tags/tag1222.xml"/><Relationship Id="rId5" Type="http://schemas.openxmlformats.org/officeDocument/2006/relationships/tags" Target="../tags/tag1221.xml"/><Relationship Id="rId4" Type="http://schemas.openxmlformats.org/officeDocument/2006/relationships/tags" Target="../tags/tag1220.xml"/><Relationship Id="rId3" Type="http://schemas.openxmlformats.org/officeDocument/2006/relationships/tags" Target="../tags/tag1219.xml"/><Relationship Id="rId2" Type="http://schemas.openxmlformats.org/officeDocument/2006/relationships/tags" Target="../tags/tag1218.xml"/><Relationship Id="rId17" Type="http://schemas.openxmlformats.org/officeDocument/2006/relationships/slideLayout" Target="../slideLayouts/slideLayout7.xml"/><Relationship Id="rId16" Type="http://schemas.openxmlformats.org/officeDocument/2006/relationships/themeOverride" Target="../theme/themeOverride80.xml"/><Relationship Id="rId15" Type="http://schemas.openxmlformats.org/officeDocument/2006/relationships/tags" Target="../tags/tag1229.xml"/><Relationship Id="rId14" Type="http://schemas.openxmlformats.org/officeDocument/2006/relationships/image" Target="../media/image91.png"/><Relationship Id="rId13" Type="http://schemas.openxmlformats.org/officeDocument/2006/relationships/image" Target="../media/image90.png"/><Relationship Id="rId12" Type="http://schemas.openxmlformats.org/officeDocument/2006/relationships/tags" Target="../tags/tag1228.xml"/><Relationship Id="rId11" Type="http://schemas.openxmlformats.org/officeDocument/2006/relationships/tags" Target="../tags/tag1227.xml"/><Relationship Id="rId10" Type="http://schemas.openxmlformats.org/officeDocument/2006/relationships/tags" Target="../tags/tag1226.xml"/><Relationship Id="rId1" Type="http://schemas.openxmlformats.org/officeDocument/2006/relationships/tags" Target="../tags/tag1217.xml"/></Relationships>
</file>

<file path=ppt/slides/_rels/slide90.xml.rels><?xml version="1.0" encoding="UTF-8" standalone="yes"?>
<Relationships xmlns="http://schemas.openxmlformats.org/package/2006/relationships"><Relationship Id="rId9" Type="http://schemas.openxmlformats.org/officeDocument/2006/relationships/tags" Target="../tags/tag1238.xml"/><Relationship Id="rId8" Type="http://schemas.openxmlformats.org/officeDocument/2006/relationships/tags" Target="../tags/tag1237.xml"/><Relationship Id="rId7" Type="http://schemas.openxmlformats.org/officeDocument/2006/relationships/tags" Target="../tags/tag1236.xml"/><Relationship Id="rId6" Type="http://schemas.openxmlformats.org/officeDocument/2006/relationships/tags" Target="../tags/tag1235.xml"/><Relationship Id="rId5" Type="http://schemas.openxmlformats.org/officeDocument/2006/relationships/tags" Target="../tags/tag1234.xml"/><Relationship Id="rId4" Type="http://schemas.openxmlformats.org/officeDocument/2006/relationships/tags" Target="../tags/tag1233.xml"/><Relationship Id="rId3" Type="http://schemas.openxmlformats.org/officeDocument/2006/relationships/tags" Target="../tags/tag1232.xml"/><Relationship Id="rId2" Type="http://schemas.openxmlformats.org/officeDocument/2006/relationships/tags" Target="../tags/tag1231.xml"/><Relationship Id="rId15" Type="http://schemas.openxmlformats.org/officeDocument/2006/relationships/slideLayout" Target="../slideLayouts/slideLayout7.xml"/><Relationship Id="rId14" Type="http://schemas.openxmlformats.org/officeDocument/2006/relationships/themeOverride" Target="../theme/themeOverride81.xml"/><Relationship Id="rId13" Type="http://schemas.openxmlformats.org/officeDocument/2006/relationships/tags" Target="../tags/tag1242.xml"/><Relationship Id="rId12" Type="http://schemas.openxmlformats.org/officeDocument/2006/relationships/tags" Target="../tags/tag1241.xml"/><Relationship Id="rId11" Type="http://schemas.openxmlformats.org/officeDocument/2006/relationships/tags" Target="../tags/tag1240.xml"/><Relationship Id="rId10" Type="http://schemas.openxmlformats.org/officeDocument/2006/relationships/tags" Target="../tags/tag1239.xml"/><Relationship Id="rId1" Type="http://schemas.openxmlformats.org/officeDocument/2006/relationships/tags" Target="../tags/tag1230.xml"/></Relationships>
</file>

<file path=ppt/slides/_rels/slide91.xml.rels><?xml version="1.0" encoding="UTF-8" standalone="yes"?>
<Relationships xmlns="http://schemas.openxmlformats.org/package/2006/relationships"><Relationship Id="rId9" Type="http://schemas.openxmlformats.org/officeDocument/2006/relationships/tags" Target="../tags/tag1251.xml"/><Relationship Id="rId8" Type="http://schemas.openxmlformats.org/officeDocument/2006/relationships/tags" Target="../tags/tag1250.xml"/><Relationship Id="rId7" Type="http://schemas.openxmlformats.org/officeDocument/2006/relationships/tags" Target="../tags/tag1249.xml"/><Relationship Id="rId6" Type="http://schemas.openxmlformats.org/officeDocument/2006/relationships/tags" Target="../tags/tag1248.xml"/><Relationship Id="rId5" Type="http://schemas.openxmlformats.org/officeDocument/2006/relationships/tags" Target="../tags/tag1247.xml"/><Relationship Id="rId4" Type="http://schemas.openxmlformats.org/officeDocument/2006/relationships/tags" Target="../tags/tag1246.xml"/><Relationship Id="rId3" Type="http://schemas.openxmlformats.org/officeDocument/2006/relationships/tags" Target="../tags/tag1245.xml"/><Relationship Id="rId2" Type="http://schemas.openxmlformats.org/officeDocument/2006/relationships/tags" Target="../tags/tag1244.xml"/><Relationship Id="rId16" Type="http://schemas.openxmlformats.org/officeDocument/2006/relationships/slideLayout" Target="../slideLayouts/slideLayout7.xml"/><Relationship Id="rId15" Type="http://schemas.openxmlformats.org/officeDocument/2006/relationships/themeOverride" Target="../theme/themeOverride82.xml"/><Relationship Id="rId14" Type="http://schemas.openxmlformats.org/officeDocument/2006/relationships/tags" Target="../tags/tag1255.xml"/><Relationship Id="rId13" Type="http://schemas.openxmlformats.org/officeDocument/2006/relationships/image" Target="../media/image92.png"/><Relationship Id="rId12" Type="http://schemas.openxmlformats.org/officeDocument/2006/relationships/tags" Target="../tags/tag1254.xml"/><Relationship Id="rId11" Type="http://schemas.openxmlformats.org/officeDocument/2006/relationships/tags" Target="../tags/tag1253.xml"/><Relationship Id="rId10" Type="http://schemas.openxmlformats.org/officeDocument/2006/relationships/tags" Target="../tags/tag1252.xml"/><Relationship Id="rId1" Type="http://schemas.openxmlformats.org/officeDocument/2006/relationships/tags" Target="../tags/tag12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 name="标题 33"/>
          <p:cNvSpPr>
            <a:spLocks noGrp="1"/>
          </p:cNvSpPr>
          <p:nvPr>
            <p:ph type="ctrTitle"/>
            <p:custDataLst>
              <p:tags r:id="rId1"/>
            </p:custDataLst>
          </p:nvPr>
        </p:nvSpPr>
        <p:spPr>
          <a:xfrm>
            <a:off x="612140" y="2760345"/>
            <a:ext cx="6820535" cy="981075"/>
          </a:xfrm>
        </p:spPr>
        <p:txBody>
          <a:bodyPr>
            <a:normAutofit/>
          </a:bodyPr>
          <a:p>
            <a:r>
              <a:rPr lang="zh-CN" altLang="en-US" dirty="0"/>
              <a:t>逆向工程分析技术</a:t>
            </a:r>
            <a:endParaRPr lang="zh-CN" altLang="en-US" dirty="0"/>
          </a:p>
        </p:txBody>
      </p:sp>
      <p:sp>
        <p:nvSpPr>
          <p:cNvPr id="35" name="副标题 34"/>
          <p:cNvSpPr>
            <a:spLocks noGrp="1"/>
          </p:cNvSpPr>
          <p:nvPr>
            <p:ph type="subTitle" idx="1"/>
            <p:custDataLst>
              <p:tags r:id="rId2"/>
            </p:custDataLst>
          </p:nvPr>
        </p:nvSpPr>
        <p:spPr/>
        <p:txBody>
          <a:bodyPr/>
          <a:p>
            <a:r>
              <a:rPr lang="zh-CN" altLang="en-US"/>
              <a:t>鲁宏伟</a:t>
            </a:r>
            <a:r>
              <a:rPr lang="en-US" altLang="zh-CN"/>
              <a:t>  luhw@hust.edu.cn</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占位符 34"/>
          <p:cNvSpPr>
            <a:spLocks noGrp="1"/>
          </p:cNvSpPr>
          <p:nvPr>
            <p:ph type="body" idx="1"/>
            <p:custDataLst>
              <p:tags r:id="rId1"/>
            </p:custDataLst>
          </p:nvPr>
        </p:nvSpPr>
        <p:spPr/>
        <p:txBody>
          <a:bodyPr>
            <a:normAutofit lnSpcReduction="20000"/>
          </a:bodyPr>
          <a:lstStyle/>
          <a:p>
            <a:r>
              <a:rPr lang="zh-CN" altLang="en-US" dirty="0"/>
              <a:t>本章从汇编的角度介绍数据的存储和访问、</a:t>
            </a:r>
            <a:endParaRPr lang="zh-CN" altLang="en-US" dirty="0"/>
          </a:p>
          <a:p>
            <a:r>
              <a:rPr lang="zh-CN" altLang="en-US" dirty="0"/>
              <a:t>基本程序逻辑和算术运算</a:t>
            </a:r>
            <a:endParaRPr lang="zh-CN" altLang="en-US" dirty="0"/>
          </a:p>
        </p:txBody>
      </p:sp>
      <p:sp>
        <p:nvSpPr>
          <p:cNvPr id="34" name="标题 33"/>
          <p:cNvSpPr>
            <a:spLocks noGrp="1"/>
          </p:cNvSpPr>
          <p:nvPr>
            <p:ph type="title"/>
            <p:custDataLst>
              <p:tags r:id="rId2"/>
            </p:custDataLst>
          </p:nvPr>
        </p:nvSpPr>
        <p:spPr/>
        <p:txBody>
          <a:bodyPr>
            <a:normAutofit fontScale="90000"/>
          </a:bodyPr>
          <a:lstStyle/>
          <a:p>
            <a:r>
              <a:rPr lang="zh-CN" altLang="en-US" dirty="0"/>
              <a:t>理解程序逻辑和算术运算</a:t>
            </a:r>
            <a:endParaRPr lang="zh-CN" altLang="en-US" dirty="0"/>
          </a:p>
        </p:txBody>
      </p:sp>
      <p:sp>
        <p:nvSpPr>
          <p:cNvPr id="36" name="文本框 35"/>
          <p:cNvSpPr txBox="1"/>
          <p:nvPr>
            <p:custDataLst>
              <p:tags r:id="rId3"/>
            </p:custDataLst>
          </p:nvPr>
        </p:nvSpPr>
        <p:spPr>
          <a:xfrm>
            <a:off x="2476908" y="1359469"/>
            <a:ext cx="2670628" cy="923330"/>
          </a:xfrm>
          <a:prstGeom prst="rect">
            <a:avLst/>
          </a:prstGeom>
          <a:noFill/>
        </p:spPr>
        <p:txBody>
          <a:bodyPr wrap="square" rtlCol="0">
            <a:normAutofit fontScale="90000"/>
          </a:bodyPr>
          <a:lstStyle/>
          <a:p>
            <a:r>
              <a:rPr lang="zh-CN" altLang="en-US" sz="5400" dirty="0">
                <a:solidFill>
                  <a:schemeClr val="bg1"/>
                </a:solidFill>
                <a:uFillTx/>
                <a:latin typeface="Arial" panose="020B0604020202020204" pitchFamily="34" charset="0"/>
                <a:ea typeface="微软雅黑" panose="020B0503020204020204" charset="-122"/>
              </a:rPr>
              <a:t>第四章</a:t>
            </a:r>
            <a:endParaRPr lang="zh-CN" altLang="en-US" sz="5400" dirty="0">
              <a:solidFill>
                <a:schemeClr val="bg1"/>
              </a:solidFill>
              <a:uFillTx/>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813435" y="1088390"/>
            <a:ext cx="10110470" cy="4523105"/>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随着反汇编和反编译技术的发展，从开发者的角度，对抗反汇编和反编译的技术也在不断迭代，对代码的加密和混淆可能变得更加平凡。常规的一些反汇编和反编译工具，在面对这样一些分析对象时，会无能为力。</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然而，无论开发人员如何对程序进行混淆或者加密，机器指令和汇编指令的关系是无法改变的。</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因此，借助于反汇编工具的辅助，如果能够正确地理解一些基本的程序逻辑，就可以从混淆的代码中抽丝剥茧，还原程序的真实运行逻辑，达成我们分析的目标。</a:t>
            </a:r>
            <a:endParaRPr lang="zh-CN" altLang="en-US" sz="2400" dirty="0" smtClean="0">
              <a:solidFill>
                <a:schemeClr val="tx1"/>
              </a:solidFill>
              <a:latin typeface="微软雅黑" panose="020B0503020204020204" charset="-122"/>
              <a:ea typeface="微软雅黑" panose="020B0503020204020204" charset="-122"/>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64895"/>
          </a:xfrm>
        </p:spPr>
        <p:txBody>
          <a:bodyPr>
            <a:normAutofit/>
          </a:bodyPr>
          <a:lstStyle/>
          <a:p>
            <a:r>
              <a:rPr sz="4800">
                <a:solidFill>
                  <a:schemeClr val="bg1"/>
                </a:solidFill>
                <a:latin typeface="微软雅黑" panose="020B0503020204020204" charset="-122"/>
                <a:ea typeface="微软雅黑" panose="020B0503020204020204" charset="-122"/>
                <a:sym typeface="+mn-ea"/>
              </a:rPr>
              <a:t>数据的存储和访问</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548640" y="1156335"/>
            <a:ext cx="10141585" cy="3969385"/>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sz="2400" dirty="0" smtClean="0">
                <a:solidFill>
                  <a:schemeClr val="tx1"/>
                </a:solidFill>
                <a:latin typeface="微软雅黑" panose="020B0503020204020204" charset="-122"/>
                <a:ea typeface="微软雅黑" panose="020B0503020204020204" charset="-122"/>
              </a:rPr>
              <a:t>在学习汇编语言程序设计的时候，我们知道，哪怕一个最简单的程序，它至少要包括三个部分：代码段、数据段和堆栈段。</a:t>
            </a:r>
            <a:endParaRPr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sz="2400" dirty="0" smtClean="0">
                <a:solidFill>
                  <a:srgbClr val="FF0000"/>
                </a:solidFill>
                <a:latin typeface="微软雅黑" panose="020B0503020204020204" charset="-122"/>
                <a:ea typeface="微软雅黑" panose="020B0503020204020204" charset="-122"/>
              </a:rPr>
              <a:t>代码段</a:t>
            </a:r>
            <a:r>
              <a:rPr sz="2400" dirty="0" smtClean="0">
                <a:solidFill>
                  <a:schemeClr val="tx1"/>
                </a:solidFill>
                <a:latin typeface="微软雅黑" panose="020B0503020204020204" charset="-122"/>
                <a:ea typeface="微软雅黑" panose="020B0503020204020204" charset="-122"/>
              </a:rPr>
              <a:t>一般指保存程序指令的部分，</a:t>
            </a:r>
            <a:r>
              <a:rPr sz="2400" dirty="0" smtClean="0">
                <a:solidFill>
                  <a:srgbClr val="FF0000"/>
                </a:solidFill>
                <a:latin typeface="微软雅黑" panose="020B0503020204020204" charset="-122"/>
                <a:ea typeface="微软雅黑" panose="020B0503020204020204" charset="-122"/>
              </a:rPr>
              <a:t>数据段</a:t>
            </a:r>
            <a:r>
              <a:rPr sz="2400" dirty="0" smtClean="0">
                <a:solidFill>
                  <a:schemeClr val="tx1"/>
                </a:solidFill>
                <a:latin typeface="微软雅黑" panose="020B0503020204020204" charset="-122"/>
                <a:ea typeface="微软雅黑" panose="020B0503020204020204" charset="-122"/>
              </a:rPr>
              <a:t>则用来保存程序中访问的数据，</a:t>
            </a:r>
            <a:r>
              <a:rPr sz="2400" dirty="0" smtClean="0">
                <a:solidFill>
                  <a:srgbClr val="FF0000"/>
                </a:solidFill>
                <a:latin typeface="微软雅黑" panose="020B0503020204020204" charset="-122"/>
                <a:ea typeface="微软雅黑" panose="020B0503020204020204" charset="-122"/>
              </a:rPr>
              <a:t>堆栈段</a:t>
            </a:r>
            <a:r>
              <a:rPr sz="2400" dirty="0" smtClean="0">
                <a:solidFill>
                  <a:schemeClr val="tx1"/>
                </a:solidFill>
                <a:latin typeface="微软雅黑" panose="020B0503020204020204" charset="-122"/>
                <a:ea typeface="微软雅黑" panose="020B0503020204020204" charset="-122"/>
              </a:rPr>
              <a:t>则主要用以程序执行过程中数据的缓存。</a:t>
            </a:r>
            <a:endParaRPr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sz="2400" dirty="0" smtClean="0">
                <a:solidFill>
                  <a:schemeClr val="tx1"/>
                </a:solidFill>
                <a:latin typeface="微软雅黑" panose="020B0503020204020204" charset="-122"/>
                <a:ea typeface="微软雅黑" panose="020B0503020204020204" charset="-122"/>
              </a:rPr>
              <a:t>数据是程序指令执行的对象，理解数据的存储和访问对于理解程序的逻辑至关重要</a:t>
            </a:r>
            <a:endParaRPr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endParaRPr lang="en-US" altLang="zh-CN" sz="2400" dirty="0" smtClean="0">
              <a:solidFill>
                <a:schemeClr val="tx1"/>
              </a:solidFill>
              <a:latin typeface="微软雅黑" panose="020B0503020204020204" charset="-122"/>
              <a:ea typeface="微软雅黑" panose="020B0503020204020204" charset="-122"/>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常量和变量</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常量通常指一个给定的数值（整数或者浮点数），而在不同的程序语言中，其含义会有些不同。例如，C语言中，常量除了通常的意义之外，有时是指用const关键词修饰的变量（后文提到的常量均指这种变量），只能在定义时赋值，此后不得修改。</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变量通常是指程序执行过程中其值可以被随时修改的量，又被分为局部变量和全局变量，此外C 语言中还有一类被称为静态变量（用关键词static修饰的变量）。</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常量和变量</a:t>
            </a:r>
            <a:endParaRPr lang="zh-CN" altLang="en-US" sz="2800">
              <a:solidFill>
                <a:schemeClr val="tx1"/>
              </a:solidFill>
            </a:endParaRPr>
          </a:p>
        </p:txBody>
      </p:sp>
      <p:pic>
        <p:nvPicPr>
          <p:cNvPr id="4" name="图片 3"/>
          <p:cNvPicPr>
            <a:picLocks noChangeAspect="1"/>
          </p:cNvPicPr>
          <p:nvPr/>
        </p:nvPicPr>
        <p:blipFill>
          <a:blip r:embed="rId13"/>
          <a:stretch>
            <a:fillRect/>
          </a:stretch>
        </p:blipFill>
        <p:spPr>
          <a:xfrm>
            <a:off x="682625" y="1088390"/>
            <a:ext cx="9933940" cy="375031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常量和变量</a:t>
            </a:r>
            <a:endParaRPr lang="zh-CN" altLang="en-US" sz="2800">
              <a:solidFill>
                <a:schemeClr val="tx1"/>
              </a:solidFill>
            </a:endParaRPr>
          </a:p>
        </p:txBody>
      </p:sp>
      <p:pic>
        <p:nvPicPr>
          <p:cNvPr id="4" name="图片 3"/>
          <p:cNvPicPr>
            <a:picLocks noChangeAspect="1"/>
          </p:cNvPicPr>
          <p:nvPr/>
        </p:nvPicPr>
        <p:blipFill>
          <a:blip r:embed="rId13"/>
          <a:stretch>
            <a:fillRect/>
          </a:stretch>
        </p:blipFill>
        <p:spPr>
          <a:xfrm>
            <a:off x="682625" y="1088390"/>
            <a:ext cx="9933940" cy="3750310"/>
          </a:xfrm>
          <a:prstGeom prst="rect">
            <a:avLst/>
          </a:prstGeom>
        </p:spPr>
      </p:pic>
      <p:pic>
        <p:nvPicPr>
          <p:cNvPr id="11" name="图片 10"/>
          <p:cNvPicPr>
            <a:picLocks noChangeAspect="1"/>
          </p:cNvPicPr>
          <p:nvPr/>
        </p:nvPicPr>
        <p:blipFill>
          <a:blip r:embed="rId14"/>
          <a:stretch>
            <a:fillRect/>
          </a:stretch>
        </p:blipFill>
        <p:spPr>
          <a:xfrm>
            <a:off x="3876675" y="1175385"/>
            <a:ext cx="7046595" cy="1604645"/>
          </a:xfrm>
          <a:prstGeom prst="rect">
            <a:avLst/>
          </a:prstGeom>
        </p:spPr>
      </p:pic>
      <p:pic>
        <p:nvPicPr>
          <p:cNvPr id="12" name="图片 11"/>
          <p:cNvPicPr>
            <a:picLocks noChangeAspect="1"/>
          </p:cNvPicPr>
          <p:nvPr/>
        </p:nvPicPr>
        <p:blipFill>
          <a:blip r:embed="rId15"/>
          <a:stretch>
            <a:fillRect/>
          </a:stretch>
        </p:blipFill>
        <p:spPr>
          <a:xfrm>
            <a:off x="3942715" y="2762250"/>
            <a:ext cx="7018020" cy="2676525"/>
          </a:xfrm>
          <a:prstGeom prst="rect">
            <a:avLst/>
          </a:prstGeom>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常量和变量</a:t>
            </a:r>
            <a:endParaRPr lang="zh-CN" altLang="en-US" sz="2800">
              <a:solidFill>
                <a:schemeClr val="tx1"/>
              </a:solidFill>
            </a:endParaRPr>
          </a:p>
        </p:txBody>
      </p:sp>
      <p:pic>
        <p:nvPicPr>
          <p:cNvPr id="13" name="图片 12"/>
          <p:cNvPicPr>
            <a:picLocks noChangeAspect="1"/>
          </p:cNvPicPr>
          <p:nvPr/>
        </p:nvPicPr>
        <p:blipFill>
          <a:blip r:embed="rId13"/>
          <a:stretch>
            <a:fillRect/>
          </a:stretch>
        </p:blipFill>
        <p:spPr>
          <a:xfrm>
            <a:off x="549275" y="1069340"/>
            <a:ext cx="2238375" cy="2590800"/>
          </a:xfrm>
          <a:prstGeom prst="rect">
            <a:avLst/>
          </a:prstGeom>
        </p:spPr>
      </p:pic>
      <p:pic>
        <p:nvPicPr>
          <p:cNvPr id="19" name="图片 18"/>
          <p:cNvPicPr>
            <a:picLocks noChangeAspect="1"/>
          </p:cNvPicPr>
          <p:nvPr/>
        </p:nvPicPr>
        <p:blipFill>
          <a:blip r:embed="rId14"/>
          <a:stretch>
            <a:fillRect/>
          </a:stretch>
        </p:blipFill>
        <p:spPr>
          <a:xfrm>
            <a:off x="549275" y="3916680"/>
            <a:ext cx="5271135" cy="1669415"/>
          </a:xfrm>
          <a:prstGeom prst="rect">
            <a:avLst/>
          </a:prstGeom>
        </p:spPr>
      </p:pic>
      <p:pic>
        <p:nvPicPr>
          <p:cNvPr id="20" name="图片 19"/>
          <p:cNvPicPr>
            <a:picLocks noChangeAspect="1"/>
          </p:cNvPicPr>
          <p:nvPr/>
        </p:nvPicPr>
        <p:blipFill>
          <a:blip r:embed="rId15"/>
          <a:stretch>
            <a:fillRect/>
          </a:stretch>
        </p:blipFill>
        <p:spPr>
          <a:xfrm>
            <a:off x="4431665" y="791210"/>
            <a:ext cx="4145280" cy="1277620"/>
          </a:xfrm>
          <a:prstGeom prst="rect">
            <a:avLst/>
          </a:prstGeom>
        </p:spPr>
      </p:pic>
      <p:pic>
        <p:nvPicPr>
          <p:cNvPr id="22" name="图片 21"/>
          <p:cNvPicPr>
            <a:picLocks noChangeAspect="1"/>
          </p:cNvPicPr>
          <p:nvPr/>
        </p:nvPicPr>
        <p:blipFill>
          <a:blip r:embed="rId16"/>
          <a:stretch>
            <a:fillRect/>
          </a:stretch>
        </p:blipFill>
        <p:spPr>
          <a:xfrm>
            <a:off x="5734685" y="2346960"/>
            <a:ext cx="5756910" cy="2339340"/>
          </a:xfrm>
          <a:prstGeom prst="rect">
            <a:avLst/>
          </a:prstGeom>
        </p:spPr>
      </p:pic>
    </p:spTree>
    <p:custDataLst>
      <p:tags r:id="rId1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常量和变量</a:t>
            </a:r>
            <a:endParaRPr lang="zh-CN" altLang="en-US" sz="2800">
              <a:solidFill>
                <a:schemeClr val="tx1"/>
              </a:solidFill>
            </a:endParaRPr>
          </a:p>
        </p:txBody>
      </p:sp>
      <p:pic>
        <p:nvPicPr>
          <p:cNvPr id="13" name="图片 12"/>
          <p:cNvPicPr>
            <a:picLocks noChangeAspect="1"/>
          </p:cNvPicPr>
          <p:nvPr/>
        </p:nvPicPr>
        <p:blipFill>
          <a:blip r:embed="rId13"/>
          <a:stretch>
            <a:fillRect/>
          </a:stretch>
        </p:blipFill>
        <p:spPr>
          <a:xfrm>
            <a:off x="549275" y="1088390"/>
            <a:ext cx="2238375" cy="2590800"/>
          </a:xfrm>
          <a:prstGeom prst="rect">
            <a:avLst/>
          </a:prstGeom>
        </p:spPr>
      </p:pic>
      <p:pic>
        <p:nvPicPr>
          <p:cNvPr id="19" name="图片 18"/>
          <p:cNvPicPr>
            <a:picLocks noChangeAspect="1"/>
          </p:cNvPicPr>
          <p:nvPr/>
        </p:nvPicPr>
        <p:blipFill>
          <a:blip r:embed="rId14"/>
          <a:stretch>
            <a:fillRect/>
          </a:stretch>
        </p:blipFill>
        <p:spPr>
          <a:xfrm>
            <a:off x="2287905" y="1175385"/>
            <a:ext cx="5271135" cy="1669415"/>
          </a:xfrm>
          <a:prstGeom prst="rect">
            <a:avLst/>
          </a:prstGeom>
        </p:spPr>
      </p:pic>
      <p:pic>
        <p:nvPicPr>
          <p:cNvPr id="20" name="图片 19"/>
          <p:cNvPicPr>
            <a:picLocks noChangeAspect="1"/>
          </p:cNvPicPr>
          <p:nvPr/>
        </p:nvPicPr>
        <p:blipFill>
          <a:blip r:embed="rId15"/>
          <a:stretch>
            <a:fillRect/>
          </a:stretch>
        </p:blipFill>
        <p:spPr>
          <a:xfrm>
            <a:off x="6864350" y="899160"/>
            <a:ext cx="4145280" cy="1277620"/>
          </a:xfrm>
          <a:prstGeom prst="rect">
            <a:avLst/>
          </a:prstGeom>
        </p:spPr>
      </p:pic>
      <p:pic>
        <p:nvPicPr>
          <p:cNvPr id="23" name="图片 1"/>
          <p:cNvPicPr>
            <a:picLocks noChangeAspect="1"/>
          </p:cNvPicPr>
          <p:nvPr/>
        </p:nvPicPr>
        <p:blipFill>
          <a:blip r:embed="rId16"/>
          <a:stretch>
            <a:fillRect/>
          </a:stretch>
        </p:blipFill>
        <p:spPr>
          <a:xfrm>
            <a:off x="1655445" y="4615815"/>
            <a:ext cx="7373620" cy="1687195"/>
          </a:xfrm>
          <a:prstGeom prst="rect">
            <a:avLst/>
          </a:prstGeom>
          <a:noFill/>
          <a:ln>
            <a:noFill/>
          </a:ln>
        </p:spPr>
      </p:pic>
      <p:pic>
        <p:nvPicPr>
          <p:cNvPr id="24" name="图片 23"/>
          <p:cNvPicPr>
            <a:picLocks noChangeAspect="1"/>
          </p:cNvPicPr>
          <p:nvPr/>
        </p:nvPicPr>
        <p:blipFill>
          <a:blip r:embed="rId17"/>
          <a:stretch>
            <a:fillRect/>
          </a:stretch>
        </p:blipFill>
        <p:spPr>
          <a:xfrm>
            <a:off x="4553585" y="2607945"/>
            <a:ext cx="5847715" cy="1817370"/>
          </a:xfrm>
          <a:prstGeom prst="rect">
            <a:avLst/>
          </a:prstGeom>
        </p:spPr>
      </p:pic>
    </p:spTree>
    <p:custDataLst>
      <p:tags r:id="rId18"/>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有符号数和无符号数</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char和布尔类型</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整数类型和浮点数类型</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有符号数和无符号数</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在C/C++中，整数类型分为有符号数和无符号数。</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在数据宽度相同的时候，它们所能表达的范围是不同的。</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这是因为对于有符号数来说，使用最高位来表示数字的正负，当最高位为1时是负数，否则为正数。对于int类型数据来说，0x00000000到0x7FFFFFFF用来表示正数，而0x80000000到0xFFFFFFFF用来表示负数。</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而在内存中的形式究竟如何？</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有符号数和无符号数</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682625" y="1088390"/>
            <a:ext cx="9933940" cy="3750310"/>
          </a:xfrm>
          <a:prstGeom prst="rect">
            <a:avLst/>
          </a:prstGeom>
        </p:spPr>
      </p:pic>
      <p:pic>
        <p:nvPicPr>
          <p:cNvPr id="11" name="图片 10"/>
          <p:cNvPicPr>
            <a:picLocks noChangeAspect="1"/>
          </p:cNvPicPr>
          <p:nvPr/>
        </p:nvPicPr>
        <p:blipFill>
          <a:blip r:embed="rId14"/>
          <a:stretch>
            <a:fillRect/>
          </a:stretch>
        </p:blipFill>
        <p:spPr>
          <a:xfrm>
            <a:off x="3876675" y="1175385"/>
            <a:ext cx="7046595" cy="1604645"/>
          </a:xfrm>
          <a:prstGeom prst="rect">
            <a:avLst/>
          </a:prstGeom>
        </p:spPr>
      </p:pic>
      <p:pic>
        <p:nvPicPr>
          <p:cNvPr id="12" name="图片 11"/>
          <p:cNvPicPr>
            <a:picLocks noChangeAspect="1"/>
          </p:cNvPicPr>
          <p:nvPr/>
        </p:nvPicPr>
        <p:blipFill>
          <a:blip r:embed="rId15"/>
          <a:stretch>
            <a:fillRect/>
          </a:stretch>
        </p:blipFill>
        <p:spPr>
          <a:xfrm>
            <a:off x="3942715" y="2762250"/>
            <a:ext cx="7018020" cy="2676525"/>
          </a:xfrm>
          <a:prstGeom prst="rect">
            <a:avLst/>
          </a:prstGeom>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char和布尔类型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pic>
        <p:nvPicPr>
          <p:cNvPr id="13" name="图片 12"/>
          <p:cNvPicPr>
            <a:picLocks noChangeAspect="1"/>
          </p:cNvPicPr>
          <p:nvPr/>
        </p:nvPicPr>
        <p:blipFill>
          <a:blip r:embed="rId13"/>
          <a:stretch>
            <a:fillRect/>
          </a:stretch>
        </p:blipFill>
        <p:spPr>
          <a:xfrm>
            <a:off x="549275" y="1027430"/>
            <a:ext cx="3213100" cy="2663190"/>
          </a:xfrm>
          <a:prstGeom prst="rect">
            <a:avLst/>
          </a:prstGeom>
        </p:spPr>
      </p:pic>
      <p:pic>
        <p:nvPicPr>
          <p:cNvPr id="19" name="图片 2"/>
          <p:cNvPicPr>
            <a:picLocks noChangeAspect="1"/>
          </p:cNvPicPr>
          <p:nvPr/>
        </p:nvPicPr>
        <p:blipFill>
          <a:blip r:embed="rId14"/>
          <a:stretch>
            <a:fillRect/>
          </a:stretch>
        </p:blipFill>
        <p:spPr>
          <a:xfrm>
            <a:off x="3884295" y="1289685"/>
            <a:ext cx="7733030" cy="4941570"/>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4"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在C/C++中，浮点数用float（单精度）和double（双精度）来表示。其中，float占4个字节，double占8个字节。</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由于计算机只能存储整数，不能存储小数。所有浮点数在计算机中的保存与使用是使用了特殊的编码方式，即IEEE编码。</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以单精度为例，在内存中的存储格式如下（左边为高位）：</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其中符号位1表示负数，0表示正数，这与整数形式的符号位意义相同</a:t>
            </a:r>
            <a:endParaRPr lang="zh-CN" altLang="en-US" sz="2400" dirty="0" smtClean="0">
              <a:latin typeface="微软雅黑" panose="020B0503020204020204" charset="-122"/>
              <a:ea typeface="微软雅黑" panose="020B0503020204020204" charset="-122"/>
              <a:sym typeface="+mn-ea"/>
            </a:endParaRPr>
          </a:p>
        </p:txBody>
      </p:sp>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21" name="椭圆 20"/>
          <p:cNvSpPr/>
          <p:nvPr>
            <p:custDataLst>
              <p:tags r:id="rId11"/>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pic>
        <p:nvPicPr>
          <p:cNvPr id="12" name="图片 11"/>
          <p:cNvPicPr>
            <a:picLocks noChangeAspect="1"/>
          </p:cNvPicPr>
          <p:nvPr/>
        </p:nvPicPr>
        <p:blipFill>
          <a:blip r:embed="rId12"/>
          <a:stretch>
            <a:fillRect/>
          </a:stretch>
        </p:blipFill>
        <p:spPr>
          <a:xfrm>
            <a:off x="2003425" y="3808095"/>
            <a:ext cx="6950075" cy="725805"/>
          </a:xfrm>
          <a:prstGeom prst="rect">
            <a:avLst/>
          </a:prstGeom>
        </p:spPr>
      </p:pic>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sp>
        <p:nvSpPr>
          <p:cNvPr id="4"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与普通的数据类型不同，对于浮点数的操作是通过一组特殊的寄存器来实现的。</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这组特殊的寄存器就是FPU寄存器，这组寄存器一共有八个用来存储浮点数的寄存器，分别是ST(0)-ST(7)，每个寄存器都是80位寄存器</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此外还包括3个程序员可以使用的16位寄存器（控制寄存器、状态寄存器和特征寄存器）。</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sp>
        <p:nvSpPr>
          <p:cNvPr id="4"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16位</a:t>
            </a:r>
            <a:r>
              <a:rPr lang="zh-CN" altLang="en-US" sz="2400" dirty="0" smtClean="0">
                <a:solidFill>
                  <a:srgbClr val="FF0000"/>
                </a:solidFill>
                <a:latin typeface="微软雅黑" panose="020B0503020204020204" charset="-122"/>
                <a:ea typeface="微软雅黑" panose="020B0503020204020204" charset="-122"/>
                <a:sym typeface="+mn-ea"/>
              </a:rPr>
              <a:t>控制寄存器</a:t>
            </a:r>
            <a:r>
              <a:rPr lang="zh-CN" altLang="en-US" sz="2400" dirty="0" smtClean="0">
                <a:latin typeface="微软雅黑" panose="020B0503020204020204" charset="-122"/>
                <a:ea typeface="微软雅黑" panose="020B0503020204020204" charset="-122"/>
                <a:sym typeface="+mn-ea"/>
              </a:rPr>
              <a:t>被程序员用于在FPU的各种计算模式之间进行选择，并且定义了哪个异常会被FPU处理或被程序员定义的异常处理器处理。</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16位</a:t>
            </a:r>
            <a:r>
              <a:rPr lang="zh-CN" altLang="en-US" sz="2400" dirty="0" smtClean="0">
                <a:solidFill>
                  <a:srgbClr val="FF0000"/>
                </a:solidFill>
                <a:latin typeface="微软雅黑" panose="020B0503020204020204" charset="-122"/>
                <a:ea typeface="微软雅黑" panose="020B0503020204020204" charset="-122"/>
                <a:sym typeface="+mn-ea"/>
              </a:rPr>
              <a:t>状态寄存器</a:t>
            </a:r>
            <a:r>
              <a:rPr lang="zh-CN" altLang="en-US" sz="2400" dirty="0" smtClean="0">
                <a:latin typeface="微软雅黑" panose="020B0503020204020204" charset="-122"/>
                <a:ea typeface="微软雅黑" panose="020B0503020204020204" charset="-122"/>
                <a:sym typeface="+mn-ea"/>
              </a:rPr>
              <a:t>指出了FPU的一般状态。当每条指令执行完后它的内容可能会有所改变。一部分的状态不能被程序员直接改变。它可以在任何时间被间接访问以便观测其内容。</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16 位</a:t>
            </a:r>
            <a:r>
              <a:rPr lang="zh-CN" altLang="en-US" sz="2400" dirty="0" smtClean="0">
                <a:solidFill>
                  <a:srgbClr val="FF0000"/>
                </a:solidFill>
                <a:latin typeface="微软雅黑" panose="020B0503020204020204" charset="-122"/>
                <a:ea typeface="微软雅黑" panose="020B0503020204020204" charset="-122"/>
                <a:sym typeface="+mn-ea"/>
              </a:rPr>
              <a:t>特征寄存器</a:t>
            </a:r>
            <a:r>
              <a:rPr lang="zh-CN" altLang="en-US" sz="2400" dirty="0" smtClean="0">
                <a:latin typeface="微软雅黑" panose="020B0503020204020204" charset="-122"/>
                <a:ea typeface="微软雅黑" panose="020B0503020204020204" charset="-122"/>
                <a:sym typeface="+mn-ea"/>
              </a:rPr>
              <a:t>被FPU管理用来处理它本身所包含的每个80位寄存器的一些信息。</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sp>
        <p:nvSpPr>
          <p:cNvPr id="4"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8个数据寄存器组成一个循环堆栈，栈顶记录保存于状态寄存器中，相当于堆栈指针。</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每次压栈（FLD指令载入数据），堆栈指针就减1，在0～7之间循环。代码并不直接使用这个指针操作这些寄存器，而是使用ST(0)～ST(7)表示。ST(0)指栈顶，即状态寄存器中栈顶指针指示的那个寄存器。</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而对于这组寄存器的操作也是通过一组特殊的浮点数指令来进行操作。</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sp>
        <p:nvSpPr>
          <p:cNvPr id="4" name="内容占位符 2"/>
          <p:cNvSpPr>
            <a:spLocks noGrp="1"/>
          </p:cNvSpPr>
          <p:nvPr/>
        </p:nvSpPr>
        <p:spPr>
          <a:xfrm>
            <a:off x="683260" y="1014095"/>
            <a:ext cx="7159625" cy="11569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常见的浮点数运算指令如下表所示，而对于其他的指令和基础指令的差别只是多了一个F。</a:t>
            </a:r>
            <a:endParaRPr lang="zh-CN" altLang="en-US" sz="2400" dirty="0" smtClean="0">
              <a:latin typeface="微软雅黑" panose="020B0503020204020204" charset="-122"/>
              <a:ea typeface="微软雅黑" panose="020B0503020204020204" charset="-122"/>
              <a:sym typeface="+mn-ea"/>
            </a:endParaRPr>
          </a:p>
        </p:txBody>
      </p:sp>
      <p:pic>
        <p:nvPicPr>
          <p:cNvPr id="11" name="图片 10"/>
          <p:cNvPicPr>
            <a:picLocks noChangeAspect="1"/>
          </p:cNvPicPr>
          <p:nvPr/>
        </p:nvPicPr>
        <p:blipFill>
          <a:blip r:embed="rId13"/>
          <a:stretch>
            <a:fillRect/>
          </a:stretch>
        </p:blipFill>
        <p:spPr>
          <a:xfrm>
            <a:off x="7731760" y="195580"/>
            <a:ext cx="3548380" cy="3487420"/>
          </a:xfrm>
          <a:prstGeom prst="rect">
            <a:avLst/>
          </a:prstGeom>
        </p:spPr>
      </p:pic>
      <p:pic>
        <p:nvPicPr>
          <p:cNvPr id="12" name="图片 11"/>
          <p:cNvPicPr>
            <a:picLocks noChangeAspect="1"/>
          </p:cNvPicPr>
          <p:nvPr/>
        </p:nvPicPr>
        <p:blipFill>
          <a:blip r:embed="rId14"/>
          <a:stretch>
            <a:fillRect/>
          </a:stretch>
        </p:blipFill>
        <p:spPr>
          <a:xfrm>
            <a:off x="730250" y="3682365"/>
            <a:ext cx="10730865" cy="2627630"/>
          </a:xfrm>
          <a:prstGeom prst="rect">
            <a:avLst/>
          </a:prstGeom>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22" name="图片 3"/>
          <p:cNvPicPr>
            <a:picLocks noChangeAspect="1"/>
          </p:cNvPicPr>
          <p:nvPr/>
        </p:nvPicPr>
        <p:blipFill>
          <a:blip r:embed="rId1"/>
          <a:stretch>
            <a:fillRect/>
          </a:stretch>
        </p:blipFill>
        <p:spPr>
          <a:xfrm>
            <a:off x="5906770" y="3285490"/>
            <a:ext cx="5845810" cy="1590040"/>
          </a:xfrm>
          <a:prstGeom prst="rect">
            <a:avLst/>
          </a:prstGeom>
          <a:noFill/>
          <a:ln>
            <a:noFill/>
          </a:ln>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基本数据类型</a:t>
            </a:r>
            <a:r>
              <a:rPr lang="en-US" altLang="zh-CN">
                <a:solidFill>
                  <a:schemeClr val="tx1"/>
                </a:solidFill>
              </a:rPr>
              <a:t>-</a:t>
            </a:r>
            <a:r>
              <a:rPr lang="zh-CN" altLang="en-US" sz="2800" dirty="0">
                <a:solidFill>
                  <a:srgbClr val="FF0000"/>
                </a:solidFill>
                <a:sym typeface="+mn-ea"/>
              </a:rPr>
              <a:t>浮点数</a:t>
            </a:r>
            <a:r>
              <a:rPr lang="zh-CN" altLang="en-US" sz="2800" dirty="0">
                <a:solidFill>
                  <a:srgbClr val="FF0000"/>
                </a:solidFill>
                <a:sym typeface="+mn-ea"/>
              </a:rPr>
              <a:t>类型</a:t>
            </a:r>
            <a:endParaRPr lang="zh-CN" altLang="en-US" sz="2800" dirty="0">
              <a:solidFill>
                <a:srgbClr val="FF0000"/>
              </a:solidFill>
              <a:sym typeface="+mn-ea"/>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400" dirty="0">
              <a:latin typeface="微软雅黑" panose="020B0503020204020204" charset="-122"/>
              <a:ea typeface="微软雅黑" panose="020B0503020204020204" charset="-122"/>
              <a:sym typeface="+mn-ea"/>
            </a:endParaRPr>
          </a:p>
        </p:txBody>
      </p:sp>
      <p:pic>
        <p:nvPicPr>
          <p:cNvPr id="13" name="图片 12"/>
          <p:cNvPicPr>
            <a:picLocks noChangeAspect="1"/>
          </p:cNvPicPr>
          <p:nvPr/>
        </p:nvPicPr>
        <p:blipFill>
          <a:blip r:embed="rId14"/>
          <a:stretch>
            <a:fillRect/>
          </a:stretch>
        </p:blipFill>
        <p:spPr>
          <a:xfrm>
            <a:off x="682625" y="1156335"/>
            <a:ext cx="2496185" cy="2454910"/>
          </a:xfrm>
          <a:prstGeom prst="rect">
            <a:avLst/>
          </a:prstGeom>
        </p:spPr>
      </p:pic>
      <p:pic>
        <p:nvPicPr>
          <p:cNvPr id="19" name="图片 1"/>
          <p:cNvPicPr>
            <a:picLocks noChangeAspect="1"/>
          </p:cNvPicPr>
          <p:nvPr/>
        </p:nvPicPr>
        <p:blipFill>
          <a:blip r:embed="rId15"/>
          <a:stretch>
            <a:fillRect/>
          </a:stretch>
        </p:blipFill>
        <p:spPr>
          <a:xfrm>
            <a:off x="3337560" y="1175385"/>
            <a:ext cx="7639050" cy="2210435"/>
          </a:xfrm>
          <a:prstGeom prst="rect">
            <a:avLst/>
          </a:prstGeom>
          <a:noFill/>
          <a:ln>
            <a:noFill/>
          </a:ln>
        </p:spPr>
      </p:pic>
      <p:pic>
        <p:nvPicPr>
          <p:cNvPr id="20" name="图片 2"/>
          <p:cNvPicPr>
            <a:picLocks noChangeAspect="1"/>
          </p:cNvPicPr>
          <p:nvPr/>
        </p:nvPicPr>
        <p:blipFill>
          <a:blip r:embed="rId16"/>
          <a:stretch>
            <a:fillRect/>
          </a:stretch>
        </p:blipFill>
        <p:spPr>
          <a:xfrm>
            <a:off x="549275" y="3611245"/>
            <a:ext cx="5688965" cy="2363470"/>
          </a:xfrm>
          <a:prstGeom prst="rect">
            <a:avLst/>
          </a:prstGeom>
          <a:noFill/>
          <a:ln>
            <a:noFill/>
          </a:ln>
        </p:spPr>
      </p:pic>
      <p:pic>
        <p:nvPicPr>
          <p:cNvPr id="23" name="图片 4"/>
          <p:cNvPicPr>
            <a:picLocks noChangeAspect="1"/>
          </p:cNvPicPr>
          <p:nvPr/>
        </p:nvPicPr>
        <p:blipFill>
          <a:blip r:embed="rId17"/>
          <a:stretch>
            <a:fillRect/>
          </a:stretch>
        </p:blipFill>
        <p:spPr>
          <a:xfrm>
            <a:off x="6134735" y="5069205"/>
            <a:ext cx="5248275" cy="1090930"/>
          </a:xfrm>
          <a:prstGeom prst="rect">
            <a:avLst/>
          </a:prstGeom>
          <a:noFill/>
          <a:ln>
            <a:noFill/>
          </a:ln>
        </p:spPr>
      </p:pic>
    </p:spTree>
    <p:custDataLst>
      <p:tags r:id="rId18"/>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指针是C/C++最有特色的数据类型，其中保存着某个数据的地址，而对指针的引用可以让我们获取对应类型的数据。</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那么不同类型的指针在内存中有什么样的不同，它们又是如何获取地址中的数据的。</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pic>
        <p:nvPicPr>
          <p:cNvPr id="4" name="图片 3"/>
          <p:cNvPicPr>
            <a:picLocks noChangeAspect="1"/>
          </p:cNvPicPr>
          <p:nvPr/>
        </p:nvPicPr>
        <p:blipFill>
          <a:blip r:embed="rId13"/>
          <a:stretch>
            <a:fillRect/>
          </a:stretch>
        </p:blipFill>
        <p:spPr>
          <a:xfrm>
            <a:off x="682625" y="1175385"/>
            <a:ext cx="2047875" cy="2667000"/>
          </a:xfrm>
          <a:prstGeom prst="rect">
            <a:avLst/>
          </a:prstGeom>
        </p:spPr>
      </p:pic>
      <p:pic>
        <p:nvPicPr>
          <p:cNvPr id="26" name="图片 6"/>
          <p:cNvPicPr>
            <a:picLocks noChangeAspect="1"/>
          </p:cNvPicPr>
          <p:nvPr/>
        </p:nvPicPr>
        <p:blipFill>
          <a:blip r:embed="rId14"/>
          <a:stretch>
            <a:fillRect/>
          </a:stretch>
        </p:blipFill>
        <p:spPr>
          <a:xfrm>
            <a:off x="4568190" y="3284220"/>
            <a:ext cx="7287895" cy="3161030"/>
          </a:xfrm>
          <a:prstGeom prst="rect">
            <a:avLst/>
          </a:prstGeom>
          <a:noFill/>
          <a:ln>
            <a:noFill/>
          </a:ln>
        </p:spPr>
      </p:pic>
      <p:pic>
        <p:nvPicPr>
          <p:cNvPr id="11" name="图片 10"/>
          <p:cNvPicPr>
            <a:picLocks noChangeAspect="1"/>
          </p:cNvPicPr>
          <p:nvPr/>
        </p:nvPicPr>
        <p:blipFill>
          <a:blip r:embed="rId15"/>
          <a:stretch>
            <a:fillRect/>
          </a:stretch>
        </p:blipFill>
        <p:spPr>
          <a:xfrm>
            <a:off x="884555" y="4003675"/>
            <a:ext cx="5087620" cy="1736090"/>
          </a:xfrm>
          <a:prstGeom prst="rect">
            <a:avLst/>
          </a:prstGeom>
        </p:spPr>
      </p:pic>
      <p:pic>
        <p:nvPicPr>
          <p:cNvPr id="3" name="图片 2"/>
          <p:cNvPicPr>
            <a:picLocks noChangeAspect="1"/>
          </p:cNvPicPr>
          <p:nvPr/>
        </p:nvPicPr>
        <p:blipFill>
          <a:blip r:embed="rId16"/>
          <a:stretch>
            <a:fillRect/>
          </a:stretch>
        </p:blipFill>
        <p:spPr>
          <a:xfrm>
            <a:off x="4236720" y="942975"/>
            <a:ext cx="5002530" cy="2135505"/>
          </a:xfrm>
          <a:prstGeom prst="rect">
            <a:avLst/>
          </a:prstGeom>
        </p:spPr>
      </p:pic>
    </p:spTree>
    <p:custDataLst>
      <p:tags r:id="rId1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在C/C++中，使用数组来保存一组连续的相同类型的数据。</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那么不同类型的数组在内存中的表现形式究竟如何？</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它们与指针的关系又是怎么样的？</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pic>
        <p:nvPicPr>
          <p:cNvPr id="3" name="图片 2"/>
          <p:cNvPicPr>
            <a:picLocks noChangeAspect="1"/>
          </p:cNvPicPr>
          <p:nvPr/>
        </p:nvPicPr>
        <p:blipFill>
          <a:blip r:embed="rId13"/>
          <a:stretch>
            <a:fillRect/>
          </a:stretch>
        </p:blipFill>
        <p:spPr>
          <a:xfrm>
            <a:off x="490855" y="1088390"/>
            <a:ext cx="2442210" cy="2822575"/>
          </a:xfrm>
          <a:prstGeom prst="rect">
            <a:avLst/>
          </a:prstGeom>
        </p:spPr>
      </p:pic>
      <p:pic>
        <p:nvPicPr>
          <p:cNvPr id="32" name="图片 9"/>
          <p:cNvPicPr>
            <a:picLocks noChangeAspect="1"/>
          </p:cNvPicPr>
          <p:nvPr/>
        </p:nvPicPr>
        <p:blipFill>
          <a:blip r:embed="rId14"/>
          <a:stretch>
            <a:fillRect/>
          </a:stretch>
        </p:blipFill>
        <p:spPr>
          <a:xfrm>
            <a:off x="3466465" y="1014095"/>
            <a:ext cx="7138670" cy="2503170"/>
          </a:xfrm>
          <a:prstGeom prst="rect">
            <a:avLst/>
          </a:prstGeom>
          <a:noFill/>
          <a:ln>
            <a:noFill/>
          </a:ln>
        </p:spPr>
      </p:pic>
      <p:pic>
        <p:nvPicPr>
          <p:cNvPr id="33" name="图片 10"/>
          <p:cNvPicPr>
            <a:picLocks noChangeAspect="1"/>
          </p:cNvPicPr>
          <p:nvPr/>
        </p:nvPicPr>
        <p:blipFill>
          <a:blip r:embed="rId15"/>
          <a:stretch>
            <a:fillRect/>
          </a:stretch>
        </p:blipFill>
        <p:spPr>
          <a:xfrm>
            <a:off x="3538855" y="3517265"/>
            <a:ext cx="6779260" cy="2927985"/>
          </a:xfrm>
          <a:prstGeom prst="rect">
            <a:avLst/>
          </a:prstGeom>
          <a:noFill/>
          <a:ln>
            <a:noFill/>
          </a:ln>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23" name="图片 1"/>
          <p:cNvPicPr>
            <a:picLocks noChangeAspect="1"/>
          </p:cNvPicPr>
          <p:nvPr/>
        </p:nvPicPr>
        <p:blipFill>
          <a:blip r:embed="rId1"/>
          <a:stretch>
            <a:fillRect/>
          </a:stretch>
        </p:blipFill>
        <p:spPr>
          <a:xfrm>
            <a:off x="4611370" y="1014095"/>
            <a:ext cx="7053580" cy="2325370"/>
          </a:xfrm>
          <a:prstGeom prst="rect">
            <a:avLst/>
          </a:prstGeom>
          <a:noFill/>
          <a:ln>
            <a:noFill/>
          </a:ln>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pic>
        <p:nvPicPr>
          <p:cNvPr id="4" name="图片 3"/>
          <p:cNvPicPr>
            <a:picLocks noChangeAspect="1"/>
          </p:cNvPicPr>
          <p:nvPr/>
        </p:nvPicPr>
        <p:blipFill>
          <a:blip r:embed="rId14"/>
          <a:stretch>
            <a:fillRect/>
          </a:stretch>
        </p:blipFill>
        <p:spPr>
          <a:xfrm>
            <a:off x="549275" y="1088390"/>
            <a:ext cx="5019675" cy="2362200"/>
          </a:xfrm>
          <a:prstGeom prst="rect">
            <a:avLst/>
          </a:prstGeom>
        </p:spPr>
      </p:pic>
      <p:pic>
        <p:nvPicPr>
          <p:cNvPr id="24" name="图片 2"/>
          <p:cNvPicPr>
            <a:picLocks noChangeAspect="1"/>
          </p:cNvPicPr>
          <p:nvPr/>
        </p:nvPicPr>
        <p:blipFill>
          <a:blip r:embed="rId15"/>
          <a:stretch>
            <a:fillRect/>
          </a:stretch>
        </p:blipFill>
        <p:spPr>
          <a:xfrm>
            <a:off x="2564765" y="3450590"/>
            <a:ext cx="8198485" cy="2930525"/>
          </a:xfrm>
          <a:prstGeom prst="rect">
            <a:avLst/>
          </a:prstGeom>
          <a:noFill/>
          <a:ln>
            <a:noFill/>
          </a:ln>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指针、数组和字符串</a:t>
            </a:r>
            <a:endParaRPr lang="zh-CN" altLang="en-US">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在C/C++中，用""包围的字符被称为字符串，每个字符串的最后都是以0作为字符串的结束。</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那么字符串在内存中是如何保存的和我们的字符有什么不同。</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前面的示例中定义了字符串变量char s[] = "1234"，和char s[] = {'1','2','3','4'}。</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前者，编译器在处理的时候，是将字符串保存在数据段，然后通过地址访问该字符串；后者，则是将其视为数组，进行处理。</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这是编译器在处理二者的主要区别。</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结构体和联合体</a:t>
            </a:r>
            <a:endParaRPr lang="zh-CN" altLang="en-US">
              <a:solidFill>
                <a:schemeClr val="tx1"/>
              </a:solidFill>
            </a:endParaRPr>
          </a:p>
        </p:txBody>
      </p:sp>
      <p:sp>
        <p:nvSpPr>
          <p:cNvPr id="3" name="内容占位符 2"/>
          <p:cNvSpPr>
            <a:spLocks noGrp="1"/>
          </p:cNvSpPr>
          <p:nvPr/>
        </p:nvSpPr>
        <p:spPr>
          <a:xfrm>
            <a:off x="683260" y="1289685"/>
            <a:ext cx="4651375"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C/C++可以通过使用结构体来自定义一组由程序员自己指定的不同类型的数据，那么它在内存中是如何保存的呢？</a:t>
            </a:r>
            <a:endParaRPr lang="zh-CN" altLang="en-US" sz="24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5963920" y="607695"/>
            <a:ext cx="3482340" cy="564261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结构体</a:t>
            </a:r>
            <a:endParaRPr lang="zh-CN" altLang="en-US">
              <a:solidFill>
                <a:schemeClr val="tx1"/>
              </a:solidFill>
            </a:endParaRPr>
          </a:p>
        </p:txBody>
      </p:sp>
      <p:pic>
        <p:nvPicPr>
          <p:cNvPr id="4" name="图片 3"/>
          <p:cNvPicPr>
            <a:picLocks noChangeAspect="1"/>
          </p:cNvPicPr>
          <p:nvPr/>
        </p:nvPicPr>
        <p:blipFill>
          <a:blip r:embed="rId13"/>
          <a:stretch>
            <a:fillRect/>
          </a:stretch>
        </p:blipFill>
        <p:spPr>
          <a:xfrm>
            <a:off x="549275" y="1088390"/>
            <a:ext cx="2609850" cy="4229100"/>
          </a:xfrm>
          <a:prstGeom prst="rect">
            <a:avLst/>
          </a:prstGeom>
        </p:spPr>
      </p:pic>
      <p:pic>
        <p:nvPicPr>
          <p:cNvPr id="34" name="图片 5"/>
          <p:cNvPicPr>
            <a:picLocks noChangeAspect="1"/>
          </p:cNvPicPr>
          <p:nvPr/>
        </p:nvPicPr>
        <p:blipFill>
          <a:blip r:embed="rId14"/>
          <a:stretch>
            <a:fillRect/>
          </a:stretch>
        </p:blipFill>
        <p:spPr>
          <a:xfrm>
            <a:off x="2920365" y="514985"/>
            <a:ext cx="7773670" cy="1788160"/>
          </a:xfrm>
          <a:prstGeom prst="rect">
            <a:avLst/>
          </a:prstGeom>
          <a:noFill/>
          <a:ln>
            <a:noFill/>
          </a:ln>
        </p:spPr>
      </p:pic>
      <p:pic>
        <p:nvPicPr>
          <p:cNvPr id="35" name="图片 6"/>
          <p:cNvPicPr>
            <a:picLocks noChangeAspect="1"/>
          </p:cNvPicPr>
          <p:nvPr/>
        </p:nvPicPr>
        <p:blipFill>
          <a:blip r:embed="rId15"/>
          <a:stretch>
            <a:fillRect/>
          </a:stretch>
        </p:blipFill>
        <p:spPr>
          <a:xfrm>
            <a:off x="2978785" y="2320925"/>
            <a:ext cx="7058025" cy="2360930"/>
          </a:xfrm>
          <a:prstGeom prst="rect">
            <a:avLst/>
          </a:prstGeom>
          <a:noFill/>
          <a:ln>
            <a:noFill/>
          </a:ln>
        </p:spPr>
      </p:pic>
      <p:pic>
        <p:nvPicPr>
          <p:cNvPr id="36" name="图片 7"/>
          <p:cNvPicPr>
            <a:picLocks noChangeAspect="1"/>
          </p:cNvPicPr>
          <p:nvPr/>
        </p:nvPicPr>
        <p:blipFill>
          <a:blip r:embed="rId16"/>
          <a:stretch>
            <a:fillRect/>
          </a:stretch>
        </p:blipFill>
        <p:spPr>
          <a:xfrm>
            <a:off x="2920365" y="4851400"/>
            <a:ext cx="6626860" cy="1598930"/>
          </a:xfrm>
          <a:prstGeom prst="rect">
            <a:avLst/>
          </a:prstGeom>
          <a:noFill/>
          <a:ln>
            <a:noFill/>
          </a:ln>
        </p:spPr>
      </p:pic>
    </p:spTree>
    <p:custDataLst>
      <p:tags r:id="rId1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结构体</a:t>
            </a:r>
            <a:endParaRPr lang="zh-CN" altLang="en-US">
              <a:solidFill>
                <a:schemeClr val="tx1"/>
              </a:solidFill>
            </a:endParaRPr>
          </a:p>
        </p:txBody>
      </p:sp>
      <p:pic>
        <p:nvPicPr>
          <p:cNvPr id="4" name="图片 3"/>
          <p:cNvPicPr>
            <a:picLocks noChangeAspect="1"/>
          </p:cNvPicPr>
          <p:nvPr/>
        </p:nvPicPr>
        <p:blipFill>
          <a:blip r:embed="rId13"/>
          <a:stretch>
            <a:fillRect/>
          </a:stretch>
        </p:blipFill>
        <p:spPr>
          <a:xfrm>
            <a:off x="549275" y="1088390"/>
            <a:ext cx="3032125" cy="4913630"/>
          </a:xfrm>
          <a:prstGeom prst="rect">
            <a:avLst/>
          </a:prstGeom>
        </p:spPr>
      </p:pic>
      <p:pic>
        <p:nvPicPr>
          <p:cNvPr id="37" name="图片 8"/>
          <p:cNvPicPr>
            <a:picLocks noChangeAspect="1"/>
          </p:cNvPicPr>
          <p:nvPr/>
        </p:nvPicPr>
        <p:blipFill>
          <a:blip r:embed="rId14"/>
          <a:stretch>
            <a:fillRect/>
          </a:stretch>
        </p:blipFill>
        <p:spPr>
          <a:xfrm>
            <a:off x="5360035" y="1014095"/>
            <a:ext cx="5396230" cy="4899660"/>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联合体</a:t>
            </a:r>
            <a:endParaRPr lang="zh-CN" altLang="en-US">
              <a:solidFill>
                <a:schemeClr val="tx1"/>
              </a:solidFill>
            </a:endParaRPr>
          </a:p>
        </p:txBody>
      </p:sp>
      <p:pic>
        <p:nvPicPr>
          <p:cNvPr id="11" name="图片 10"/>
          <p:cNvPicPr>
            <a:picLocks noChangeAspect="1"/>
          </p:cNvPicPr>
          <p:nvPr/>
        </p:nvPicPr>
        <p:blipFill>
          <a:blip r:embed="rId13"/>
          <a:stretch>
            <a:fillRect/>
          </a:stretch>
        </p:blipFill>
        <p:spPr>
          <a:xfrm>
            <a:off x="682625" y="1156335"/>
            <a:ext cx="2409825" cy="4200525"/>
          </a:xfrm>
          <a:prstGeom prst="rect">
            <a:avLst/>
          </a:prstGeom>
        </p:spPr>
      </p:pic>
      <p:pic>
        <p:nvPicPr>
          <p:cNvPr id="41" name="图片 9"/>
          <p:cNvPicPr>
            <a:picLocks noChangeAspect="1"/>
          </p:cNvPicPr>
          <p:nvPr/>
        </p:nvPicPr>
        <p:blipFill>
          <a:blip r:embed="rId14"/>
          <a:stretch>
            <a:fillRect/>
          </a:stretch>
        </p:blipFill>
        <p:spPr>
          <a:xfrm>
            <a:off x="3458845" y="607695"/>
            <a:ext cx="7830185" cy="1108710"/>
          </a:xfrm>
          <a:prstGeom prst="rect">
            <a:avLst/>
          </a:prstGeom>
          <a:noFill/>
          <a:ln>
            <a:noFill/>
          </a:ln>
        </p:spPr>
      </p:pic>
      <p:pic>
        <p:nvPicPr>
          <p:cNvPr id="42" name="图片 10"/>
          <p:cNvPicPr>
            <a:picLocks noChangeAspect="1"/>
          </p:cNvPicPr>
          <p:nvPr/>
        </p:nvPicPr>
        <p:blipFill>
          <a:blip r:embed="rId15"/>
          <a:stretch>
            <a:fillRect/>
          </a:stretch>
        </p:blipFill>
        <p:spPr>
          <a:xfrm>
            <a:off x="3458845" y="2018665"/>
            <a:ext cx="8046720" cy="1223645"/>
          </a:xfrm>
          <a:prstGeom prst="rect">
            <a:avLst/>
          </a:prstGeom>
          <a:noFill/>
          <a:ln>
            <a:noFill/>
          </a:ln>
        </p:spPr>
      </p:pic>
      <p:pic>
        <p:nvPicPr>
          <p:cNvPr id="43" name="图片 11"/>
          <p:cNvPicPr>
            <a:picLocks noChangeAspect="1"/>
          </p:cNvPicPr>
          <p:nvPr/>
        </p:nvPicPr>
        <p:blipFill>
          <a:blip r:embed="rId16"/>
          <a:stretch>
            <a:fillRect/>
          </a:stretch>
        </p:blipFill>
        <p:spPr>
          <a:xfrm>
            <a:off x="3425825" y="3713480"/>
            <a:ext cx="8326755" cy="1643380"/>
          </a:xfrm>
          <a:prstGeom prst="rect">
            <a:avLst/>
          </a:prstGeom>
          <a:noFill/>
          <a:ln>
            <a:noFill/>
          </a:ln>
        </p:spPr>
      </p:pic>
    </p:spTree>
    <p:custDataLst>
      <p:tags r:id="rId1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249805"/>
            <a:ext cx="6871335" cy="1284605"/>
          </a:xfrm>
        </p:spPr>
        <p:txBody>
          <a:bodyPr>
            <a:normAutofit fontScale="90000"/>
          </a:bodyPr>
          <a:lstStyle/>
          <a:p>
            <a:r>
              <a:rPr sz="4800">
                <a:solidFill>
                  <a:schemeClr val="bg1"/>
                </a:solidFill>
                <a:latin typeface="微软雅黑" panose="020B0503020204020204" charset="-122"/>
                <a:ea typeface="微软雅黑" panose="020B0503020204020204" charset="-122"/>
                <a:sym typeface="+mn-ea"/>
              </a:rPr>
              <a:t>STL（Standard Template Library）</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a:solidFill>
                  <a:schemeClr val="tx1"/>
                </a:solidFill>
              </a:rPr>
              <a:t>STL</a:t>
            </a:r>
            <a:r>
              <a:rPr lang="zh-CN" altLang="en-US">
                <a:solidFill>
                  <a:schemeClr val="tx1"/>
                </a:solidFill>
              </a:rPr>
              <a:t>容器概述</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STL（Standard Template Library）是C++标准库的一个重要组成部分，它提供了一系列经过高度优化的数据结构和算法，用于执行常见的编程任务。STL被设计为泛型编程的典范，它允许程序员以统一的方式处理不同类型的数据集合。</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STL主要包含三个部分：容器（Containers）、迭代器（Iterators）和算法（Algorithms）。</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a:solidFill>
                  <a:schemeClr val="tx1"/>
                </a:solidFill>
              </a:rPr>
              <a:t>STL</a:t>
            </a:r>
            <a:r>
              <a:rPr lang="zh-CN" altLang="en-US">
                <a:solidFill>
                  <a:schemeClr val="tx1"/>
                </a:solidFill>
              </a:rPr>
              <a:t>容器概述</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容器主要分为以下几类：</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序列容器：这些容器存储元素的线性序列，可以逐个遍历元素。主要的序列容器有：</a:t>
            </a:r>
            <a:endParaRPr lang="zh-CN" altLang="en-US" sz="24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vector：一个可以动态增长的数组。支持随机访问，即在任意位置插入或删除元素时，可能需要移动多个元素。</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deque（双端队列）：支持在序列的开头和结尾快速插入和删除操作。</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list：一个双向链表，支持在任意位置快速插入和删除元素。</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forward_list（C++11）：一个单向链表，比list更加节省空间，但只能向前遍历。</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string：一个专门用于存储字符序列的容器，实际上是vector&lt;char&gt;的一个特化版本。</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array（C++11）：一个固定大小的数组，提供随机访问，但不支持动态大小变化。</a:t>
            </a:r>
            <a:endParaRPr lang="zh-CN" altLang="en-US" sz="2100" dirty="0">
              <a:latin typeface="微软雅黑" panose="020B0503020204020204" charset="-122"/>
              <a:ea typeface="微软雅黑" panose="020B0503020204020204" charset="-122"/>
              <a:sym typeface="+mn-ea"/>
            </a:endParaRPr>
          </a:p>
        </p:txBody>
      </p:sp>
    </p:spTree>
    <p:custDataLst>
      <p:tags r:id="rId10"/>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100" dirty="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0"/>
          <a:stretch>
            <a:fillRect/>
          </a:stretch>
        </p:blipFill>
        <p:spPr>
          <a:xfrm>
            <a:off x="147955" y="273050"/>
            <a:ext cx="6724650" cy="2886075"/>
          </a:xfrm>
          <a:prstGeom prst="rect">
            <a:avLst/>
          </a:prstGeom>
        </p:spPr>
      </p:pic>
      <p:pic>
        <p:nvPicPr>
          <p:cNvPr id="11" name="图片 10"/>
          <p:cNvPicPr>
            <a:picLocks noChangeAspect="1"/>
          </p:cNvPicPr>
          <p:nvPr/>
        </p:nvPicPr>
        <p:blipFill>
          <a:blip r:embed="rId11"/>
          <a:stretch>
            <a:fillRect/>
          </a:stretch>
        </p:blipFill>
        <p:spPr>
          <a:xfrm>
            <a:off x="607695" y="3044825"/>
            <a:ext cx="4972050" cy="3552825"/>
          </a:xfrm>
          <a:prstGeom prst="rect">
            <a:avLst/>
          </a:prstGeom>
        </p:spPr>
      </p:pic>
      <p:pic>
        <p:nvPicPr>
          <p:cNvPr id="15" name="图片 14"/>
          <p:cNvPicPr>
            <a:picLocks noChangeAspect="1"/>
          </p:cNvPicPr>
          <p:nvPr/>
        </p:nvPicPr>
        <p:blipFill>
          <a:blip r:embed="rId12"/>
          <a:stretch>
            <a:fillRect/>
          </a:stretch>
        </p:blipFill>
        <p:spPr>
          <a:xfrm>
            <a:off x="7303135" y="563880"/>
            <a:ext cx="3028950" cy="5276850"/>
          </a:xfrm>
          <a:prstGeom prst="rect">
            <a:avLst/>
          </a:prstGeom>
        </p:spPr>
      </p:pic>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1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0"/>
          <a:stretch>
            <a:fillRect/>
          </a:stretch>
        </p:blipFill>
        <p:spPr>
          <a:xfrm>
            <a:off x="357505" y="282575"/>
            <a:ext cx="5067300" cy="3086100"/>
          </a:xfrm>
          <a:prstGeom prst="rect">
            <a:avLst/>
          </a:prstGeom>
        </p:spPr>
      </p:pic>
      <p:pic>
        <p:nvPicPr>
          <p:cNvPr id="12" name="图片 11"/>
          <p:cNvPicPr>
            <a:picLocks noChangeAspect="1"/>
          </p:cNvPicPr>
          <p:nvPr/>
        </p:nvPicPr>
        <p:blipFill>
          <a:blip r:embed="rId11"/>
          <a:stretch>
            <a:fillRect/>
          </a:stretch>
        </p:blipFill>
        <p:spPr>
          <a:xfrm>
            <a:off x="5545455" y="195580"/>
            <a:ext cx="4705350" cy="1924050"/>
          </a:xfrm>
          <a:prstGeom prst="rect">
            <a:avLst/>
          </a:prstGeom>
        </p:spPr>
      </p:pic>
      <p:pic>
        <p:nvPicPr>
          <p:cNvPr id="13" name="图片 12"/>
          <p:cNvPicPr>
            <a:picLocks noChangeAspect="1"/>
          </p:cNvPicPr>
          <p:nvPr/>
        </p:nvPicPr>
        <p:blipFill>
          <a:blip r:embed="rId12"/>
          <a:stretch>
            <a:fillRect/>
          </a:stretch>
        </p:blipFill>
        <p:spPr>
          <a:xfrm>
            <a:off x="2622550" y="3285490"/>
            <a:ext cx="5086350" cy="1314450"/>
          </a:xfrm>
          <a:prstGeom prst="rect">
            <a:avLst/>
          </a:prstGeom>
        </p:spPr>
      </p:pic>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a:solidFill>
                  <a:schemeClr val="tx1"/>
                </a:solidFill>
              </a:rPr>
              <a:t>STL</a:t>
            </a:r>
            <a:r>
              <a:rPr lang="zh-CN" altLang="en-US">
                <a:solidFill>
                  <a:schemeClr val="tx1"/>
                </a:solidFill>
              </a:rPr>
              <a:t>容器概述</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关联容器：这些容器存储的元素是键值对（key-value pairs），允许通过键快速检索值。主要的关联容器有：</a:t>
            </a:r>
            <a:endParaRPr lang="zh-CN" altLang="en-US" sz="24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set：一个只包含唯一键的集合，按键排序。</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multiset：类似于set，但允许键重复。</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map：存储键值对的集合，每个键都是唯一的，按键排序。</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multimap：类似于map，但允许键重复。</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unordered_set、unordered_multiset、unordered_map、unordered_multimap（C++11）：这些容器基于哈希表实现，提供平均常数时间的元素查找、插入和删除操作，但不保证元素的顺序。</a:t>
            </a:r>
            <a:endParaRPr lang="zh-CN" altLang="en-US" sz="2100" dirty="0">
              <a:latin typeface="微软雅黑" panose="020B0503020204020204" charset="-122"/>
              <a:ea typeface="微软雅黑" panose="020B0503020204020204" charset="-122"/>
              <a:sym typeface="+mn-ea"/>
            </a:endParaRPr>
          </a:p>
        </p:txBody>
      </p:sp>
    </p:spTree>
    <p:custDataLst>
      <p:tags r:id="rId10"/>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1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0"/>
          <a:stretch>
            <a:fillRect/>
          </a:stretch>
        </p:blipFill>
        <p:spPr>
          <a:xfrm>
            <a:off x="126365" y="273050"/>
            <a:ext cx="4410075" cy="3238500"/>
          </a:xfrm>
          <a:prstGeom prst="rect">
            <a:avLst/>
          </a:prstGeom>
        </p:spPr>
      </p:pic>
      <p:pic>
        <p:nvPicPr>
          <p:cNvPr id="12" name="图片 11"/>
          <p:cNvPicPr>
            <a:picLocks noChangeAspect="1"/>
          </p:cNvPicPr>
          <p:nvPr/>
        </p:nvPicPr>
        <p:blipFill>
          <a:blip r:embed="rId11"/>
          <a:stretch>
            <a:fillRect/>
          </a:stretch>
        </p:blipFill>
        <p:spPr>
          <a:xfrm>
            <a:off x="813435" y="3585845"/>
            <a:ext cx="4752975" cy="2438400"/>
          </a:xfrm>
          <a:prstGeom prst="rect">
            <a:avLst/>
          </a:prstGeom>
        </p:spPr>
      </p:pic>
      <p:pic>
        <p:nvPicPr>
          <p:cNvPr id="13" name="图片 12"/>
          <p:cNvPicPr>
            <a:picLocks noChangeAspect="1"/>
          </p:cNvPicPr>
          <p:nvPr/>
        </p:nvPicPr>
        <p:blipFill>
          <a:blip r:embed="rId12"/>
          <a:stretch>
            <a:fillRect/>
          </a:stretch>
        </p:blipFill>
        <p:spPr>
          <a:xfrm>
            <a:off x="6073140" y="381635"/>
            <a:ext cx="5591175" cy="2314575"/>
          </a:xfrm>
          <a:prstGeom prst="rect">
            <a:avLst/>
          </a:prstGeom>
        </p:spPr>
      </p:pic>
      <p:pic>
        <p:nvPicPr>
          <p:cNvPr id="14" name="图片 13"/>
          <p:cNvPicPr>
            <a:picLocks noChangeAspect="1"/>
          </p:cNvPicPr>
          <p:nvPr/>
        </p:nvPicPr>
        <p:blipFill>
          <a:blip r:embed="rId13"/>
          <a:stretch>
            <a:fillRect/>
          </a:stretch>
        </p:blipFill>
        <p:spPr>
          <a:xfrm>
            <a:off x="5803265" y="2093595"/>
            <a:ext cx="5057775" cy="428625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100" dirty="0">
              <a:latin typeface="微软雅黑" panose="020B0503020204020204" charset="-122"/>
              <a:ea typeface="微软雅黑" panose="020B0503020204020204" charset="-122"/>
              <a:sym typeface="+mn-ea"/>
            </a:endParaRPr>
          </a:p>
        </p:txBody>
      </p:sp>
      <p:pic>
        <p:nvPicPr>
          <p:cNvPr id="11" name="图片 10"/>
          <p:cNvPicPr>
            <a:picLocks noChangeAspect="1"/>
          </p:cNvPicPr>
          <p:nvPr/>
        </p:nvPicPr>
        <p:blipFill>
          <a:blip r:embed="rId10"/>
          <a:stretch>
            <a:fillRect/>
          </a:stretch>
        </p:blipFill>
        <p:spPr>
          <a:xfrm>
            <a:off x="127635" y="282575"/>
            <a:ext cx="4400550" cy="4248150"/>
          </a:xfrm>
          <a:prstGeom prst="rect">
            <a:avLst/>
          </a:prstGeom>
        </p:spPr>
      </p:pic>
      <p:pic>
        <p:nvPicPr>
          <p:cNvPr id="14" name="图片 13"/>
          <p:cNvPicPr>
            <a:picLocks noChangeAspect="1"/>
          </p:cNvPicPr>
          <p:nvPr/>
        </p:nvPicPr>
        <p:blipFill>
          <a:blip r:embed="rId11"/>
          <a:stretch>
            <a:fillRect/>
          </a:stretch>
        </p:blipFill>
        <p:spPr>
          <a:xfrm>
            <a:off x="4453890" y="195580"/>
            <a:ext cx="3114675" cy="4124325"/>
          </a:xfrm>
          <a:prstGeom prst="rect">
            <a:avLst/>
          </a:prstGeom>
        </p:spPr>
      </p:pic>
      <p:pic>
        <p:nvPicPr>
          <p:cNvPr id="15" name="图片 14"/>
          <p:cNvPicPr>
            <a:picLocks noChangeAspect="1"/>
          </p:cNvPicPr>
          <p:nvPr/>
        </p:nvPicPr>
        <p:blipFill>
          <a:blip r:embed="rId12"/>
          <a:stretch>
            <a:fillRect/>
          </a:stretch>
        </p:blipFill>
        <p:spPr>
          <a:xfrm>
            <a:off x="6719570" y="2060575"/>
            <a:ext cx="4676775" cy="4171950"/>
          </a:xfrm>
          <a:prstGeom prst="rect">
            <a:avLst/>
          </a:prstGeom>
        </p:spPr>
      </p:pic>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endParaRPr lang="zh-CN" altLang="en-US" sz="2100" dirty="0">
              <a:latin typeface="微软雅黑" panose="020B0503020204020204" charset="-122"/>
              <a:ea typeface="微软雅黑" panose="020B0503020204020204" charset="-122"/>
              <a:sym typeface="+mn-ea"/>
            </a:endParaRPr>
          </a:p>
        </p:txBody>
      </p:sp>
      <p:pic>
        <p:nvPicPr>
          <p:cNvPr id="11" name="图片 10"/>
          <p:cNvPicPr>
            <a:picLocks noChangeAspect="1"/>
          </p:cNvPicPr>
          <p:nvPr/>
        </p:nvPicPr>
        <p:blipFill>
          <a:blip r:embed="rId10"/>
          <a:stretch>
            <a:fillRect/>
          </a:stretch>
        </p:blipFill>
        <p:spPr>
          <a:xfrm>
            <a:off x="127635" y="282575"/>
            <a:ext cx="4400550" cy="4248150"/>
          </a:xfrm>
          <a:prstGeom prst="rect">
            <a:avLst/>
          </a:prstGeom>
        </p:spPr>
      </p:pic>
      <p:pic>
        <p:nvPicPr>
          <p:cNvPr id="2" name="图片 1"/>
          <p:cNvPicPr>
            <a:picLocks noChangeAspect="1"/>
          </p:cNvPicPr>
          <p:nvPr/>
        </p:nvPicPr>
        <p:blipFill>
          <a:blip r:embed="rId11"/>
          <a:stretch>
            <a:fillRect/>
          </a:stretch>
        </p:blipFill>
        <p:spPr>
          <a:xfrm>
            <a:off x="3051175" y="195580"/>
            <a:ext cx="5276850" cy="2324100"/>
          </a:xfrm>
          <a:prstGeom prst="rect">
            <a:avLst/>
          </a:prstGeom>
        </p:spPr>
      </p:pic>
      <p:pic>
        <p:nvPicPr>
          <p:cNvPr id="4" name="图片 3"/>
          <p:cNvPicPr>
            <a:picLocks noChangeAspect="1"/>
          </p:cNvPicPr>
          <p:nvPr/>
        </p:nvPicPr>
        <p:blipFill>
          <a:blip r:embed="rId12"/>
          <a:stretch>
            <a:fillRect/>
          </a:stretch>
        </p:blipFill>
        <p:spPr>
          <a:xfrm>
            <a:off x="5591175" y="1936115"/>
            <a:ext cx="5172075" cy="4391025"/>
          </a:xfrm>
          <a:prstGeom prst="rect">
            <a:avLst/>
          </a:prstGeom>
        </p:spPr>
      </p:pic>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8"/>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9"/>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a:solidFill>
                  <a:schemeClr val="tx1"/>
                </a:solidFill>
              </a:rPr>
              <a:t>STL</a:t>
            </a:r>
            <a:r>
              <a:rPr lang="zh-CN" altLang="en-US">
                <a:solidFill>
                  <a:schemeClr val="tx1"/>
                </a:solidFill>
              </a:rPr>
              <a:t>容器概述</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容器适配器：这些容器不是直接存储元素的容器，而是对容器或其他容器适配器进行封装以提供特定的功能。主要的容器适配器有：</a:t>
            </a:r>
            <a:endParaRPr lang="zh-CN" altLang="en-US" sz="24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stack：后进先出（LIFO）的容器适配器。</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queue：先进先出（FIFO）的容器适配器。</a:t>
            </a:r>
            <a:endParaRPr lang="zh-CN" altLang="en-US" sz="2100" dirty="0">
              <a:latin typeface="微软雅黑" panose="020B0503020204020204" charset="-122"/>
              <a:ea typeface="微软雅黑" panose="020B0503020204020204" charset="-122"/>
              <a:sym typeface="+mn-ea"/>
            </a:endParaRPr>
          </a:p>
          <a:p>
            <a:pPr lvl="1" latinLnBrk="0">
              <a:lnSpc>
                <a:spcPct val="130000"/>
              </a:lnSpc>
              <a:spcBef>
                <a:spcPts val="0"/>
              </a:spcBef>
            </a:pPr>
            <a:r>
              <a:rPr lang="zh-CN" altLang="en-US" sz="2100" dirty="0">
                <a:latin typeface="微软雅黑" panose="020B0503020204020204" charset="-122"/>
                <a:ea typeface="微软雅黑" panose="020B0503020204020204" charset="-122"/>
                <a:sym typeface="+mn-ea"/>
              </a:rPr>
              <a:t>priority_queue：提供最大（或最小）元素优先的队列。</a:t>
            </a:r>
            <a:endParaRPr lang="zh-CN" altLang="en-US" sz="2100" dirty="0">
              <a:latin typeface="微软雅黑" panose="020B0503020204020204" charset="-122"/>
              <a:ea typeface="微软雅黑" panose="020B0503020204020204" charset="-122"/>
              <a:sym typeface="+mn-ea"/>
            </a:endParaRPr>
          </a:p>
        </p:txBody>
      </p:sp>
    </p:spTree>
    <p:custDataLst>
      <p:tags r:id="rId10"/>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249805"/>
            <a:ext cx="6871335" cy="1284605"/>
          </a:xfrm>
        </p:spPr>
        <p:txBody>
          <a:bodyPr>
            <a:normAutofit/>
          </a:bodyPr>
          <a:lstStyle/>
          <a:p>
            <a:r>
              <a:rPr sz="4800">
                <a:solidFill>
                  <a:schemeClr val="bg1"/>
                </a:solidFill>
                <a:latin typeface="微软雅黑" panose="020B0503020204020204" charset="-122"/>
                <a:ea typeface="微软雅黑" panose="020B0503020204020204" charset="-122"/>
                <a:sym typeface="+mn-ea"/>
              </a:rPr>
              <a:t>函数</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函数</a:t>
            </a:r>
            <a:endParaRPr lang="zh-CN" altLang="en-US">
              <a:solidFill>
                <a:schemeClr val="tx1"/>
              </a:solidFill>
            </a:endParaRPr>
          </a:p>
        </p:txBody>
      </p:sp>
      <p:sp>
        <p:nvSpPr>
          <p:cNvPr id="3" name="内容占位符 2"/>
          <p:cNvSpPr>
            <a:spLocks noGrp="1"/>
          </p:cNvSpPr>
          <p:nvPr/>
        </p:nvSpPr>
        <p:spPr>
          <a:xfrm>
            <a:off x="683260" y="1289685"/>
            <a:ext cx="1024001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函数是程序的重要构成，从反汇编的角度理解函数结构是对程序进行逆向分析的基础。</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在程序运行过程中，为了保存在函数中使用的临时数据，使用了栈结构来保存这些临时数据。对于一个在内存中运行的程序（被称为进程）而言，栈为该程序中所有的函数所共享，因此在对函数进行调用前后，必须保持栈平衡。</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汇编指令中，对栈的维护是通过两个非常重要的寄存器，即esp和ebp来完成的，它们分别指向了栈的顶部和栈的底部。由于栈的增长是从高地址到低地址增长的，所以栈顶的地址小于栈底的地址，也就是说esp&lt;=ebp。</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函数</a:t>
            </a:r>
            <a:endParaRPr lang="zh-CN" altLang="en-US">
              <a:solidFill>
                <a:schemeClr val="tx1"/>
              </a:solidFill>
            </a:endParaRPr>
          </a:p>
        </p:txBody>
      </p:sp>
      <p:pic>
        <p:nvPicPr>
          <p:cNvPr id="11" name="图片 10"/>
          <p:cNvPicPr>
            <a:picLocks noChangeAspect="1"/>
          </p:cNvPicPr>
          <p:nvPr/>
        </p:nvPicPr>
        <p:blipFill>
          <a:blip r:embed="rId13"/>
          <a:stretch>
            <a:fillRect/>
          </a:stretch>
        </p:blipFill>
        <p:spPr>
          <a:xfrm>
            <a:off x="568325" y="1175385"/>
            <a:ext cx="2000250" cy="2200275"/>
          </a:xfrm>
          <a:prstGeom prst="rect">
            <a:avLst/>
          </a:prstGeom>
        </p:spPr>
      </p:pic>
      <p:pic>
        <p:nvPicPr>
          <p:cNvPr id="4" name="图片 3"/>
          <p:cNvPicPr>
            <a:picLocks noChangeAspect="1"/>
          </p:cNvPicPr>
          <p:nvPr/>
        </p:nvPicPr>
        <p:blipFill>
          <a:blip r:embed="rId14"/>
          <a:stretch>
            <a:fillRect/>
          </a:stretch>
        </p:blipFill>
        <p:spPr>
          <a:xfrm>
            <a:off x="577850" y="3536950"/>
            <a:ext cx="1791335" cy="1222375"/>
          </a:xfrm>
          <a:prstGeom prst="rect">
            <a:avLst/>
          </a:prstGeom>
        </p:spPr>
      </p:pic>
      <p:pic>
        <p:nvPicPr>
          <p:cNvPr id="30" name="图片 2"/>
          <p:cNvPicPr>
            <a:picLocks noChangeAspect="1"/>
          </p:cNvPicPr>
          <p:nvPr/>
        </p:nvPicPr>
        <p:blipFill>
          <a:blip r:embed="rId15"/>
          <a:stretch>
            <a:fillRect/>
          </a:stretch>
        </p:blipFill>
        <p:spPr>
          <a:xfrm>
            <a:off x="2950210" y="195580"/>
            <a:ext cx="6586855" cy="2425065"/>
          </a:xfrm>
          <a:prstGeom prst="rect">
            <a:avLst/>
          </a:prstGeom>
          <a:noFill/>
          <a:ln>
            <a:noFill/>
          </a:ln>
        </p:spPr>
      </p:pic>
      <p:pic>
        <p:nvPicPr>
          <p:cNvPr id="31" name="图片 3"/>
          <p:cNvPicPr>
            <a:picLocks noChangeAspect="1"/>
          </p:cNvPicPr>
          <p:nvPr/>
        </p:nvPicPr>
        <p:blipFill>
          <a:blip r:embed="rId16"/>
          <a:stretch>
            <a:fillRect/>
          </a:stretch>
        </p:blipFill>
        <p:spPr>
          <a:xfrm>
            <a:off x="2950210" y="2620645"/>
            <a:ext cx="6163945" cy="3824605"/>
          </a:xfrm>
          <a:prstGeom prst="rect">
            <a:avLst/>
          </a:prstGeom>
          <a:noFill/>
          <a:ln>
            <a:noFill/>
          </a:ln>
        </p:spPr>
      </p:pic>
    </p:spTree>
    <p:custDataLst>
      <p:tags r:id="rId1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函数</a:t>
            </a:r>
            <a:endParaRPr lang="zh-CN" altLang="en-US">
              <a:solidFill>
                <a:schemeClr val="tx1"/>
              </a:solidFill>
            </a:endParaRPr>
          </a:p>
        </p:txBody>
      </p:sp>
      <p:pic>
        <p:nvPicPr>
          <p:cNvPr id="11" name="图片 10"/>
          <p:cNvPicPr>
            <a:picLocks noChangeAspect="1"/>
          </p:cNvPicPr>
          <p:nvPr/>
        </p:nvPicPr>
        <p:blipFill>
          <a:blip r:embed="rId13"/>
          <a:stretch>
            <a:fillRect/>
          </a:stretch>
        </p:blipFill>
        <p:spPr>
          <a:xfrm>
            <a:off x="568325" y="1175385"/>
            <a:ext cx="2000250" cy="2200275"/>
          </a:xfrm>
          <a:prstGeom prst="rect">
            <a:avLst/>
          </a:prstGeom>
        </p:spPr>
      </p:pic>
      <p:pic>
        <p:nvPicPr>
          <p:cNvPr id="4" name="图片 3"/>
          <p:cNvPicPr>
            <a:picLocks noChangeAspect="1"/>
          </p:cNvPicPr>
          <p:nvPr/>
        </p:nvPicPr>
        <p:blipFill>
          <a:blip r:embed="rId14"/>
          <a:stretch>
            <a:fillRect/>
          </a:stretch>
        </p:blipFill>
        <p:spPr>
          <a:xfrm>
            <a:off x="577850" y="3536950"/>
            <a:ext cx="1791335" cy="1222375"/>
          </a:xfrm>
          <a:prstGeom prst="rect">
            <a:avLst/>
          </a:prstGeom>
        </p:spPr>
      </p:pic>
      <p:pic>
        <p:nvPicPr>
          <p:cNvPr id="38" name="图片 4"/>
          <p:cNvPicPr>
            <a:picLocks noChangeAspect="1"/>
          </p:cNvPicPr>
          <p:nvPr/>
        </p:nvPicPr>
        <p:blipFill>
          <a:blip r:embed="rId15"/>
          <a:stretch>
            <a:fillRect/>
          </a:stretch>
        </p:blipFill>
        <p:spPr>
          <a:xfrm>
            <a:off x="2943860" y="434975"/>
            <a:ext cx="5676265" cy="2039620"/>
          </a:xfrm>
          <a:prstGeom prst="rect">
            <a:avLst/>
          </a:prstGeom>
          <a:noFill/>
          <a:ln>
            <a:noFill/>
          </a:ln>
        </p:spPr>
      </p:pic>
      <p:pic>
        <p:nvPicPr>
          <p:cNvPr id="39" name="图片 5"/>
          <p:cNvPicPr>
            <a:picLocks noChangeAspect="1"/>
          </p:cNvPicPr>
          <p:nvPr/>
        </p:nvPicPr>
        <p:blipFill>
          <a:blip r:embed="rId16"/>
          <a:stretch>
            <a:fillRect/>
          </a:stretch>
        </p:blipFill>
        <p:spPr>
          <a:xfrm>
            <a:off x="2797175" y="2540000"/>
            <a:ext cx="8790940" cy="1860550"/>
          </a:xfrm>
          <a:prstGeom prst="rect">
            <a:avLst/>
          </a:prstGeom>
          <a:noFill/>
          <a:ln>
            <a:noFill/>
          </a:ln>
        </p:spPr>
      </p:pic>
      <p:pic>
        <p:nvPicPr>
          <p:cNvPr id="40" name="图片 6"/>
          <p:cNvPicPr>
            <a:picLocks noChangeAspect="1"/>
          </p:cNvPicPr>
          <p:nvPr/>
        </p:nvPicPr>
        <p:blipFill>
          <a:blip r:embed="rId17"/>
          <a:stretch>
            <a:fillRect/>
          </a:stretch>
        </p:blipFill>
        <p:spPr>
          <a:xfrm>
            <a:off x="2797175" y="4465955"/>
            <a:ext cx="7325360" cy="1682750"/>
          </a:xfrm>
          <a:prstGeom prst="rect">
            <a:avLst/>
          </a:prstGeom>
          <a:noFill/>
          <a:ln>
            <a:noFill/>
          </a:ln>
        </p:spPr>
      </p:pic>
    </p:spTree>
    <p:custDataLst>
      <p:tags r:id="rId18"/>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函数</a:t>
            </a:r>
            <a:endParaRPr lang="zh-CN" altLang="en-US">
              <a:solidFill>
                <a:schemeClr val="tx1"/>
              </a:solidFill>
            </a:endParaRPr>
          </a:p>
        </p:txBody>
      </p:sp>
      <p:pic>
        <p:nvPicPr>
          <p:cNvPr id="11" name="图片 10"/>
          <p:cNvPicPr>
            <a:picLocks noChangeAspect="1"/>
          </p:cNvPicPr>
          <p:nvPr/>
        </p:nvPicPr>
        <p:blipFill>
          <a:blip r:embed="rId13"/>
          <a:stretch>
            <a:fillRect/>
          </a:stretch>
        </p:blipFill>
        <p:spPr>
          <a:xfrm>
            <a:off x="568325" y="1175385"/>
            <a:ext cx="2000250" cy="2200275"/>
          </a:xfrm>
          <a:prstGeom prst="rect">
            <a:avLst/>
          </a:prstGeom>
        </p:spPr>
      </p:pic>
      <p:pic>
        <p:nvPicPr>
          <p:cNvPr id="4" name="图片 3"/>
          <p:cNvPicPr>
            <a:picLocks noChangeAspect="1"/>
          </p:cNvPicPr>
          <p:nvPr/>
        </p:nvPicPr>
        <p:blipFill>
          <a:blip r:embed="rId14"/>
          <a:stretch>
            <a:fillRect/>
          </a:stretch>
        </p:blipFill>
        <p:spPr>
          <a:xfrm>
            <a:off x="577850" y="3536950"/>
            <a:ext cx="1791335" cy="1222375"/>
          </a:xfrm>
          <a:prstGeom prst="rect">
            <a:avLst/>
          </a:prstGeom>
        </p:spPr>
      </p:pic>
      <p:pic>
        <p:nvPicPr>
          <p:cNvPr id="44" name="图片 7"/>
          <p:cNvPicPr>
            <a:picLocks noChangeAspect="1"/>
          </p:cNvPicPr>
          <p:nvPr/>
        </p:nvPicPr>
        <p:blipFill>
          <a:blip r:embed="rId15"/>
          <a:stretch>
            <a:fillRect/>
          </a:stretch>
        </p:blipFill>
        <p:spPr>
          <a:xfrm>
            <a:off x="2867660" y="434975"/>
            <a:ext cx="6669405" cy="1908810"/>
          </a:xfrm>
          <a:prstGeom prst="rect">
            <a:avLst/>
          </a:prstGeom>
          <a:noFill/>
          <a:ln>
            <a:noFill/>
          </a:ln>
        </p:spPr>
      </p:pic>
      <p:pic>
        <p:nvPicPr>
          <p:cNvPr id="12" name="图片 8"/>
          <p:cNvPicPr>
            <a:picLocks noChangeAspect="1"/>
          </p:cNvPicPr>
          <p:nvPr/>
        </p:nvPicPr>
        <p:blipFill>
          <a:blip r:embed="rId16"/>
          <a:stretch>
            <a:fillRect/>
          </a:stretch>
        </p:blipFill>
        <p:spPr>
          <a:xfrm>
            <a:off x="2867660" y="2412365"/>
            <a:ext cx="7414895" cy="1115060"/>
          </a:xfrm>
          <a:prstGeom prst="rect">
            <a:avLst/>
          </a:prstGeom>
          <a:noFill/>
          <a:ln>
            <a:noFill/>
          </a:ln>
        </p:spPr>
      </p:pic>
      <p:pic>
        <p:nvPicPr>
          <p:cNvPr id="13" name="图片 9"/>
          <p:cNvPicPr>
            <a:picLocks noChangeAspect="1"/>
          </p:cNvPicPr>
          <p:nvPr/>
        </p:nvPicPr>
        <p:blipFill>
          <a:blip r:embed="rId17"/>
          <a:stretch>
            <a:fillRect/>
          </a:stretch>
        </p:blipFill>
        <p:spPr>
          <a:xfrm>
            <a:off x="2867660" y="3547745"/>
            <a:ext cx="8249285" cy="1310005"/>
          </a:xfrm>
          <a:prstGeom prst="rect">
            <a:avLst/>
          </a:prstGeom>
          <a:noFill/>
          <a:ln>
            <a:noFill/>
          </a:ln>
        </p:spPr>
      </p:pic>
      <p:pic>
        <p:nvPicPr>
          <p:cNvPr id="19" name="图片 10"/>
          <p:cNvPicPr>
            <a:picLocks noChangeAspect="1"/>
          </p:cNvPicPr>
          <p:nvPr/>
        </p:nvPicPr>
        <p:blipFill>
          <a:blip r:embed="rId18"/>
          <a:stretch>
            <a:fillRect/>
          </a:stretch>
        </p:blipFill>
        <p:spPr>
          <a:xfrm>
            <a:off x="2867660" y="4878070"/>
            <a:ext cx="7005955" cy="1461770"/>
          </a:xfrm>
          <a:prstGeom prst="rect">
            <a:avLst/>
          </a:prstGeom>
          <a:noFill/>
          <a:ln>
            <a:noFill/>
          </a:ln>
        </p:spPr>
      </p:pic>
    </p:spTree>
    <p:custDataLst>
      <p:tags r:id="rId19"/>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64895"/>
          </a:xfrm>
        </p:spPr>
        <p:txBody>
          <a:bodyPr>
            <a:normAutofit/>
          </a:bodyPr>
          <a:lstStyle/>
          <a:p>
            <a:r>
              <a:rPr sz="4800">
                <a:solidFill>
                  <a:schemeClr val="bg1"/>
                </a:solidFill>
                <a:latin typeface="微软雅黑" panose="020B0503020204020204" charset="-122"/>
                <a:ea typeface="微软雅黑" panose="020B0503020204020204" charset="-122"/>
                <a:sym typeface="+mn-ea"/>
              </a:rPr>
              <a:t>基本程序逻辑</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在对二进制代码进行逆向分析时，通常可以将程序指令分为</a:t>
            </a:r>
            <a:r>
              <a:rPr lang="zh-CN" altLang="en-US" sz="2400" dirty="0" smtClean="0">
                <a:solidFill>
                  <a:srgbClr val="FF0000"/>
                </a:solidFill>
                <a:latin typeface="微软雅黑" panose="020B0503020204020204" charset="-122"/>
                <a:ea typeface="微软雅黑" panose="020B0503020204020204" charset="-122"/>
                <a:sym typeface="+mn-ea"/>
              </a:rPr>
              <a:t>顺序流指令</a:t>
            </a:r>
            <a:r>
              <a:rPr lang="zh-CN" altLang="en-US" sz="2400" dirty="0" smtClean="0">
                <a:latin typeface="微软雅黑" panose="020B0503020204020204" charset="-122"/>
                <a:ea typeface="微软雅黑" panose="020B0503020204020204" charset="-122"/>
                <a:sym typeface="+mn-ea"/>
              </a:rPr>
              <a:t>和</a:t>
            </a:r>
            <a:r>
              <a:rPr lang="zh-CN" altLang="en-US" sz="2400" dirty="0" smtClean="0">
                <a:solidFill>
                  <a:srgbClr val="FF0000"/>
                </a:solidFill>
                <a:latin typeface="微软雅黑" panose="020B0503020204020204" charset="-122"/>
                <a:ea typeface="微软雅黑" panose="020B0503020204020204" charset="-122"/>
                <a:sym typeface="+mn-ea"/>
              </a:rPr>
              <a:t>控制流指令</a:t>
            </a:r>
            <a:r>
              <a:rPr lang="zh-CN" altLang="en-US" sz="2400" dirty="0" smtClean="0">
                <a:latin typeface="微软雅黑" panose="020B0503020204020204" charset="-122"/>
                <a:ea typeface="微软雅黑" panose="020B0503020204020204" charset="-122"/>
                <a:sym typeface="+mn-ea"/>
              </a:rPr>
              <a:t>。</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solidFill>
                  <a:srgbClr val="FF0000"/>
                </a:solidFill>
                <a:latin typeface="微软雅黑" panose="020B0503020204020204" charset="-122"/>
                <a:ea typeface="微软雅黑" panose="020B0503020204020204" charset="-122"/>
                <a:sym typeface="+mn-ea"/>
              </a:rPr>
              <a:t>顺序流指令</a:t>
            </a:r>
            <a:r>
              <a:rPr lang="zh-CN" altLang="en-US" sz="2400" dirty="0" smtClean="0">
                <a:latin typeface="微软雅黑" panose="020B0503020204020204" charset="-122"/>
                <a:ea typeface="微软雅黑" panose="020B0503020204020204" charset="-122"/>
                <a:sym typeface="+mn-ea"/>
              </a:rPr>
              <a:t>是指一条指令完成后，将执行权传递给下一条指令的一类指令。简单算术指令，如add；寄存器与内存之间的传输指令，如mov；栈操作指令，如push和pop等都属于顺序流指令。</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solidFill>
                  <a:srgbClr val="FF0000"/>
                </a:solidFill>
                <a:latin typeface="微软雅黑" panose="020B0503020204020204" charset="-122"/>
                <a:ea typeface="微软雅黑" panose="020B0503020204020204" charset="-122"/>
                <a:sym typeface="+mn-ea"/>
              </a:rPr>
              <a:t>控制流指令</a:t>
            </a:r>
            <a:r>
              <a:rPr lang="zh-CN" altLang="en-US" sz="2400" dirty="0" smtClean="0">
                <a:latin typeface="微软雅黑" panose="020B0503020204020204" charset="-122"/>
                <a:ea typeface="微软雅黑" panose="020B0503020204020204" charset="-122"/>
                <a:sym typeface="+mn-ea"/>
              </a:rPr>
              <a:t>包括了无条件分支指令、条件分支指令、函数调用指令和函数返回指令。</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为了对抗反汇编和反编译工具的自动分析，程序设计者通常会针对控制流指令进行处理，例如在控制流指令中插入一些无效字节，这就要求逆向分析人员在理解控制流程序逻辑基础上，剔除掉这些无效字节，恢复程序源码，然后再借助工具进行分析。</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在理解二进制指令的程序逻辑时，最好的方式应该是从开发者的角度去进行理解。</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无条件分支指令</a:t>
            </a:r>
            <a:endParaRPr lang="zh-CN" altLang="en-US">
              <a:solidFill>
                <a:schemeClr val="tx1"/>
              </a:solidFill>
            </a:endParaRPr>
          </a:p>
        </p:txBody>
      </p:sp>
      <p:sp>
        <p:nvSpPr>
          <p:cNvPr id="3" name="内容占位符 2"/>
          <p:cNvSpPr>
            <a:spLocks noGrp="1"/>
          </p:cNvSpPr>
          <p:nvPr/>
        </p:nvSpPr>
        <p:spPr>
          <a:xfrm>
            <a:off x="683260" y="1289685"/>
            <a:ext cx="1024001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汇编程序语言指令jmp是无条件跳转指令。CPU执行这条指令后会跳转到jmp指令参数所指向的地址。这个操作对CPU来说，和顺序流指令没什么区别，只是将EIP[ 32位指令指针寄存器，CPU根据该寄存器的值执行对应的指令。]改成要跳转的地址。</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编写汇编程序时，jmp指令后面跟随的操作数一般是标签（对应的是要跳转到的指令的偏移地址）、寄存器或者内存地址。C语言中对应的语句是goto，虽然为了提高程序的可读性，一般不建议采用goto语句，但某些情况下还是可以使用的，例如大型程序中处理复杂逻辑时，一般也会考虑使用goto。</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无条件分支指令</a:t>
            </a:r>
            <a:endParaRPr lang="zh-CN" altLang="en-US">
              <a:solidFill>
                <a:schemeClr val="tx1"/>
              </a:solidFill>
            </a:endParaRPr>
          </a:p>
        </p:txBody>
      </p:sp>
      <p:sp>
        <p:nvSpPr>
          <p:cNvPr id="3" name="内容占位符 2"/>
          <p:cNvSpPr>
            <a:spLocks noGrp="1"/>
          </p:cNvSpPr>
          <p:nvPr/>
        </p:nvSpPr>
        <p:spPr>
          <a:xfrm>
            <a:off x="683260" y="1289685"/>
            <a:ext cx="1024001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汇编程序语言指令jmp是无条件跳转指令。CPU执行这条指令后会跳转到jmp指令参数所指向的地址。这个操作对CPU来说，和顺序流指令没什么区别，只是将EIP[ 32位指令指针寄存器，CPU根据该寄存器的值执行对应的指令。]改成要跳转的地址。</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编写汇编程序时，jmp指令后面跟随的操作数一般是标签（对应的是要跳转到的指令的偏移地址）、寄存器或者内存地址。C语言中对应的语句是goto，虽然为了提高程序的可读性，一般不建议采用goto语句，但某些情况下还是可以使用的，例如大型程序中处理复杂逻辑时，一般也会考虑使用goto。</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3" name="图片 8"/>
          <p:cNvPicPr>
            <a:picLocks noChangeAspect="1"/>
          </p:cNvPicPr>
          <p:nvPr/>
        </p:nvPicPr>
        <p:blipFill>
          <a:blip r:embed="rId1"/>
          <a:stretch>
            <a:fillRect/>
          </a:stretch>
        </p:blipFill>
        <p:spPr>
          <a:xfrm>
            <a:off x="3682365" y="3433445"/>
            <a:ext cx="7555230" cy="2876550"/>
          </a:xfrm>
          <a:prstGeom prst="rect">
            <a:avLst/>
          </a:prstGeom>
          <a:noFill/>
          <a:ln>
            <a:noFill/>
          </a:ln>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pic>
        <p:nvPicPr>
          <p:cNvPr id="4" name="图片 3"/>
          <p:cNvPicPr>
            <a:picLocks noChangeAspect="1"/>
          </p:cNvPicPr>
          <p:nvPr/>
        </p:nvPicPr>
        <p:blipFill>
          <a:blip r:embed="rId14"/>
          <a:stretch>
            <a:fillRect/>
          </a:stretch>
        </p:blipFill>
        <p:spPr>
          <a:xfrm>
            <a:off x="549275" y="1273175"/>
            <a:ext cx="2933700" cy="3781425"/>
          </a:xfrm>
          <a:prstGeom prst="rect">
            <a:avLst/>
          </a:prstGeom>
        </p:spPr>
      </p:pic>
      <p:sp>
        <p:nvSpPr>
          <p:cNvPr id="11"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无条件分支指令</a:t>
            </a:r>
            <a:endParaRPr lang="zh-CN" altLang="en-US">
              <a:solidFill>
                <a:schemeClr val="tx1"/>
              </a:solidFill>
            </a:endParaRPr>
          </a:p>
        </p:txBody>
      </p:sp>
      <p:pic>
        <p:nvPicPr>
          <p:cNvPr id="12" name="图片 9"/>
          <p:cNvPicPr>
            <a:picLocks noChangeAspect="1"/>
          </p:cNvPicPr>
          <p:nvPr/>
        </p:nvPicPr>
        <p:blipFill>
          <a:blip r:embed="rId15"/>
          <a:stretch>
            <a:fillRect/>
          </a:stretch>
        </p:blipFill>
        <p:spPr>
          <a:xfrm>
            <a:off x="4427220" y="434975"/>
            <a:ext cx="6690995" cy="2893060"/>
          </a:xfrm>
          <a:prstGeom prst="rect">
            <a:avLst/>
          </a:prstGeom>
          <a:noFill/>
          <a:ln>
            <a:noFill/>
          </a:ln>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sp>
        <p:nvSpPr>
          <p:cNvPr id="3" name="内容占位符 2"/>
          <p:cNvSpPr>
            <a:spLocks noGrp="1"/>
          </p:cNvSpPr>
          <p:nvPr/>
        </p:nvSpPr>
        <p:spPr>
          <a:xfrm>
            <a:off x="683260" y="1289685"/>
            <a:ext cx="1024001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C/C++程序中，if、if…else if…else以及switch…case语句对应的反汇编程序中都会出现条件分支指令。</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sp>
        <p:nvSpPr>
          <p:cNvPr id="3" name="内容占位符 2"/>
          <p:cNvSpPr>
            <a:spLocks noGrp="1"/>
          </p:cNvSpPr>
          <p:nvPr/>
        </p:nvSpPr>
        <p:spPr>
          <a:xfrm>
            <a:off x="683260" y="1289685"/>
            <a:ext cx="618871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C/C++程序中，if、if…else if…else以及switch…case语句对应的反汇编程序中都会出现条件分支指令。</a:t>
            </a:r>
            <a:endParaRPr lang="zh-CN" altLang="en-US" sz="2400" dirty="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7111365" y="1088390"/>
            <a:ext cx="2990850" cy="457200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pic>
        <p:nvPicPr>
          <p:cNvPr id="4" name="图片 3"/>
          <p:cNvPicPr>
            <a:picLocks noChangeAspect="1"/>
          </p:cNvPicPr>
          <p:nvPr/>
        </p:nvPicPr>
        <p:blipFill>
          <a:blip r:embed="rId13"/>
          <a:stretch>
            <a:fillRect/>
          </a:stretch>
        </p:blipFill>
        <p:spPr>
          <a:xfrm>
            <a:off x="577850" y="1183005"/>
            <a:ext cx="2990850" cy="4572000"/>
          </a:xfrm>
          <a:prstGeom prst="rect">
            <a:avLst/>
          </a:prstGeom>
        </p:spPr>
      </p:pic>
      <p:pic>
        <p:nvPicPr>
          <p:cNvPr id="11" name="图片 10"/>
          <p:cNvPicPr>
            <a:picLocks noChangeAspect="1"/>
          </p:cNvPicPr>
          <p:nvPr/>
        </p:nvPicPr>
        <p:blipFill>
          <a:blip r:embed="rId14"/>
          <a:stretch>
            <a:fillRect/>
          </a:stretch>
        </p:blipFill>
        <p:spPr>
          <a:xfrm>
            <a:off x="4199255" y="509905"/>
            <a:ext cx="5902325" cy="5799455"/>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sp>
        <p:nvSpPr>
          <p:cNvPr id="3" name="内容占位符 2"/>
          <p:cNvSpPr>
            <a:spLocks noGrp="1"/>
          </p:cNvSpPr>
          <p:nvPr/>
        </p:nvSpPr>
        <p:spPr>
          <a:xfrm>
            <a:off x="683260" y="1289685"/>
            <a:ext cx="973963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en-US" altLang="zh-CN" sz="2400" dirty="0">
                <a:latin typeface="微软雅黑" panose="020B0503020204020204" charset="-122"/>
                <a:ea typeface="微软雅黑" panose="020B0503020204020204" charset="-122"/>
                <a:sym typeface="+mn-ea"/>
              </a:rPr>
              <a:t>s</a:t>
            </a:r>
            <a:r>
              <a:rPr lang="zh-CN" altLang="en-US" sz="2400" dirty="0">
                <a:latin typeface="微软雅黑" panose="020B0503020204020204" charset="-122"/>
                <a:ea typeface="微软雅黑" panose="020B0503020204020204" charset="-122"/>
                <a:sym typeface="+mn-ea"/>
              </a:rPr>
              <a:t>witch语句根据控制表达式的值，可以把程序流跳转到多个语句中的一个执行。</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编译器在处理switch语句时，会对其进行优化。switch分支数较少时会直接使用 if…else 来实现，当 switch 分支数较多时，常见的优化方案是将所有跳转的case位置偏移放在一个一维数组的表当中，然后将case的值当成数组下标进行跳转。</a:t>
            </a:r>
            <a:endParaRPr lang="zh-CN" altLang="en-US" sz="2400" dirty="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730"/>
            <a:ext cx="10325735" cy="53124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endParaRPr lang="zh-CN" altLang="en-US" sz="2400" dirty="0" smtClean="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3"/>
          <a:stretch>
            <a:fillRect/>
          </a:stretch>
        </p:blipFill>
        <p:spPr>
          <a:xfrm>
            <a:off x="568325" y="1175385"/>
            <a:ext cx="2762250" cy="3114675"/>
          </a:xfrm>
          <a:prstGeom prst="rect">
            <a:avLst/>
          </a:prstGeom>
        </p:spPr>
      </p:pic>
      <p:sp>
        <p:nvSpPr>
          <p:cNvPr id="11"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pic>
        <p:nvPicPr>
          <p:cNvPr id="12" name="图片 2"/>
          <p:cNvPicPr>
            <a:picLocks noChangeAspect="1"/>
          </p:cNvPicPr>
          <p:nvPr/>
        </p:nvPicPr>
        <p:blipFill>
          <a:blip r:embed="rId14"/>
          <a:stretch>
            <a:fillRect/>
          </a:stretch>
        </p:blipFill>
        <p:spPr>
          <a:xfrm>
            <a:off x="3834765" y="579120"/>
            <a:ext cx="7088505" cy="5569585"/>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730"/>
            <a:ext cx="10325735" cy="53124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endParaRPr lang="zh-CN" altLang="en-US" sz="2400" dirty="0" smtClean="0">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13"/>
          <a:stretch>
            <a:fillRect/>
          </a:stretch>
        </p:blipFill>
        <p:spPr>
          <a:xfrm>
            <a:off x="587375" y="1175385"/>
            <a:ext cx="2781300" cy="3295650"/>
          </a:xfrm>
          <a:prstGeom prst="rect">
            <a:avLst/>
          </a:prstGeom>
        </p:spPr>
      </p:pic>
      <p:sp>
        <p:nvSpPr>
          <p:cNvPr id="11"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条件分支指令</a:t>
            </a:r>
            <a:endParaRPr lang="zh-CN" altLang="en-US">
              <a:solidFill>
                <a:schemeClr val="tx1"/>
              </a:solidFill>
            </a:endParaRPr>
          </a:p>
        </p:txBody>
      </p:sp>
      <p:pic>
        <p:nvPicPr>
          <p:cNvPr id="12" name="图片 1"/>
          <p:cNvPicPr>
            <a:picLocks noChangeAspect="1"/>
          </p:cNvPicPr>
          <p:nvPr/>
        </p:nvPicPr>
        <p:blipFill>
          <a:blip r:embed="rId14"/>
          <a:stretch>
            <a:fillRect/>
          </a:stretch>
        </p:blipFill>
        <p:spPr>
          <a:xfrm>
            <a:off x="5541010" y="434975"/>
            <a:ext cx="6211570" cy="5124450"/>
          </a:xfrm>
          <a:prstGeom prst="rect">
            <a:avLst/>
          </a:prstGeom>
          <a:noFill/>
          <a:ln>
            <a:noFill/>
          </a:ln>
        </p:spPr>
      </p:pic>
      <p:pic>
        <p:nvPicPr>
          <p:cNvPr id="13" name="图片 1"/>
          <p:cNvPicPr>
            <a:picLocks noChangeAspect="1"/>
          </p:cNvPicPr>
          <p:nvPr/>
        </p:nvPicPr>
        <p:blipFill>
          <a:blip r:embed="rId15"/>
          <a:stretch>
            <a:fillRect/>
          </a:stretch>
        </p:blipFill>
        <p:spPr>
          <a:xfrm>
            <a:off x="587375" y="4471035"/>
            <a:ext cx="5967095" cy="1946275"/>
          </a:xfrm>
          <a:prstGeom prst="rect">
            <a:avLst/>
          </a:prstGeom>
          <a:noFill/>
          <a:ln>
            <a:noFill/>
          </a:ln>
        </p:spPr>
      </p:pic>
    </p:spTree>
    <p:custDataLst>
      <p:tags r:id="rId16"/>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循环指令</a:t>
            </a:r>
            <a:endParaRPr lang="zh-CN" altLang="en-US">
              <a:solidFill>
                <a:schemeClr val="tx1"/>
              </a:solidFill>
            </a:endParaRPr>
          </a:p>
        </p:txBody>
      </p:sp>
      <p:sp>
        <p:nvSpPr>
          <p:cNvPr id="3" name="内容占位符 2"/>
          <p:cNvSpPr>
            <a:spLocks noGrp="1"/>
          </p:cNvSpPr>
          <p:nvPr/>
        </p:nvSpPr>
        <p:spPr>
          <a:xfrm>
            <a:off x="683260" y="1289685"/>
            <a:ext cx="6434455"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循环是C/C++程序中常见的语句</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一般有三种循环体：while循环、do…while循环以及for循环语句</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这些循环体对应的反汇编程序中都会出现条件分支指令。</a:t>
            </a:r>
            <a:endParaRPr lang="zh-CN" altLang="en-US" sz="2400" dirty="0">
              <a:latin typeface="微软雅黑" panose="020B0503020204020204" charset="-122"/>
              <a:ea typeface="微软雅黑" panose="020B0503020204020204" charset="-122"/>
              <a:sym typeface="+mn-ea"/>
            </a:endParaRPr>
          </a:p>
        </p:txBody>
      </p:sp>
      <p:pic>
        <p:nvPicPr>
          <p:cNvPr id="12" name="图片 11"/>
          <p:cNvPicPr>
            <a:picLocks noChangeAspect="1"/>
          </p:cNvPicPr>
          <p:nvPr/>
        </p:nvPicPr>
        <p:blipFill>
          <a:blip r:embed="rId13"/>
          <a:stretch>
            <a:fillRect/>
          </a:stretch>
        </p:blipFill>
        <p:spPr>
          <a:xfrm>
            <a:off x="7638415" y="480695"/>
            <a:ext cx="3857625" cy="582930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循环指令</a:t>
            </a:r>
            <a:r>
              <a:rPr lang="en-US" altLang="zh-CN">
                <a:solidFill>
                  <a:schemeClr val="tx1"/>
                </a:solidFill>
              </a:rPr>
              <a:t>-</a:t>
            </a:r>
            <a:r>
              <a:rPr lang="en-US" altLang="zh-CN">
                <a:solidFill>
                  <a:srgbClr val="FF0000"/>
                </a:solidFill>
              </a:rPr>
              <a:t>while</a:t>
            </a:r>
            <a:endParaRPr lang="en-US" altLang="zh-CN">
              <a:solidFill>
                <a:srgbClr val="FF0000"/>
              </a:solidFill>
            </a:endParaRPr>
          </a:p>
        </p:txBody>
      </p:sp>
      <p:sp>
        <p:nvSpPr>
          <p:cNvPr id="3" name="内容占位符 2"/>
          <p:cNvSpPr>
            <a:spLocks noGrp="1"/>
          </p:cNvSpPr>
          <p:nvPr/>
        </p:nvSpPr>
        <p:spPr>
          <a:xfrm>
            <a:off x="683260" y="1289685"/>
            <a:ext cx="6434455"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while 循环的流程是：①先进行表达式判断，②当表达式结果为false，跳出循环体，③结果为true，执行语句块，④继续循环。</a:t>
            </a:r>
            <a:endParaRPr lang="zh-CN" altLang="en-US" sz="2400" dirty="0">
              <a:latin typeface="微软雅黑" panose="020B0503020204020204" charset="-122"/>
              <a:ea typeface="微软雅黑" panose="020B0503020204020204" charset="-122"/>
              <a:sym typeface="+mn-ea"/>
            </a:endParaRPr>
          </a:p>
        </p:txBody>
      </p:sp>
      <p:pic>
        <p:nvPicPr>
          <p:cNvPr id="12" name="图片 11"/>
          <p:cNvPicPr>
            <a:picLocks noChangeAspect="1"/>
          </p:cNvPicPr>
          <p:nvPr/>
        </p:nvPicPr>
        <p:blipFill>
          <a:blip r:embed="rId13"/>
          <a:stretch>
            <a:fillRect/>
          </a:stretch>
        </p:blipFill>
        <p:spPr>
          <a:xfrm>
            <a:off x="7638415" y="480695"/>
            <a:ext cx="3857625" cy="5829300"/>
          </a:xfrm>
          <a:prstGeom prst="rect">
            <a:avLst/>
          </a:prstGeom>
        </p:spPr>
      </p:pic>
      <p:pic>
        <p:nvPicPr>
          <p:cNvPr id="13" name="图片 2"/>
          <p:cNvPicPr>
            <a:picLocks noChangeAspect="1"/>
          </p:cNvPicPr>
          <p:nvPr/>
        </p:nvPicPr>
        <p:blipFill>
          <a:blip r:embed="rId14"/>
          <a:stretch>
            <a:fillRect/>
          </a:stretch>
        </p:blipFill>
        <p:spPr>
          <a:xfrm>
            <a:off x="921385" y="3034665"/>
            <a:ext cx="6616065" cy="2886710"/>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循环指令</a:t>
            </a:r>
            <a:r>
              <a:rPr lang="en-US" altLang="zh-CN">
                <a:solidFill>
                  <a:schemeClr val="tx1"/>
                </a:solidFill>
              </a:rPr>
              <a:t>-</a:t>
            </a:r>
            <a:r>
              <a:rPr lang="en-US" altLang="zh-CN">
                <a:solidFill>
                  <a:srgbClr val="FF0000"/>
                </a:solidFill>
              </a:rPr>
              <a:t>for</a:t>
            </a:r>
            <a:endParaRPr lang="en-US" altLang="zh-CN">
              <a:solidFill>
                <a:srgbClr val="FF0000"/>
              </a:solidFill>
            </a:endParaRPr>
          </a:p>
        </p:txBody>
      </p:sp>
      <p:sp>
        <p:nvSpPr>
          <p:cNvPr id="3" name="内容占位符 2"/>
          <p:cNvSpPr>
            <a:spLocks noGrp="1"/>
          </p:cNvSpPr>
          <p:nvPr/>
        </p:nvSpPr>
        <p:spPr>
          <a:xfrm>
            <a:off x="549275" y="1272540"/>
            <a:ext cx="5070475"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for 循环流程： </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（1）计算表达式 1 ；</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（2）求解表达式 2，如果值为 true，则执行 for 语句当中的内嵌语句，然后执行第 3 步；如果表达式 2 值为假，则结束循环，转到第 5 步；</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（3）计算表达式 3；</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（4）转回上面第 2 步执行；</a:t>
            </a:r>
            <a:endParaRPr lang="zh-CN" altLang="en-US" sz="2400" dirty="0">
              <a:latin typeface="微软雅黑" panose="020B0503020204020204" charset="-122"/>
              <a:ea typeface="微软雅黑" panose="020B0503020204020204" charset="-122"/>
              <a:sym typeface="+mn-ea"/>
            </a:endParaRPr>
          </a:p>
          <a:p>
            <a:pPr latinLnBrk="0">
              <a:lnSpc>
                <a:spcPct val="130000"/>
              </a:lnSpc>
              <a:spcBef>
                <a:spcPts val="0"/>
              </a:spcBef>
            </a:pPr>
            <a:r>
              <a:rPr lang="zh-CN" altLang="en-US" sz="2400" dirty="0">
                <a:latin typeface="微软雅黑" panose="020B0503020204020204" charset="-122"/>
                <a:ea typeface="微软雅黑" panose="020B0503020204020204" charset="-122"/>
                <a:sym typeface="+mn-ea"/>
              </a:rPr>
              <a:t>（5）结束循环。</a:t>
            </a:r>
            <a:endParaRPr lang="zh-CN" altLang="en-US" sz="2400" dirty="0">
              <a:latin typeface="微软雅黑" panose="020B0503020204020204" charset="-122"/>
              <a:ea typeface="微软雅黑" panose="020B0503020204020204" charset="-122"/>
              <a:sym typeface="+mn-ea"/>
            </a:endParaRPr>
          </a:p>
        </p:txBody>
      </p:sp>
      <p:pic>
        <p:nvPicPr>
          <p:cNvPr id="12" name="图片 11"/>
          <p:cNvPicPr>
            <a:picLocks noChangeAspect="1"/>
          </p:cNvPicPr>
          <p:nvPr/>
        </p:nvPicPr>
        <p:blipFill>
          <a:blip r:embed="rId13"/>
          <a:stretch>
            <a:fillRect/>
          </a:stretch>
        </p:blipFill>
        <p:spPr>
          <a:xfrm>
            <a:off x="7998460" y="480695"/>
            <a:ext cx="3857625" cy="5829300"/>
          </a:xfrm>
          <a:prstGeom prst="rect">
            <a:avLst/>
          </a:prstGeom>
        </p:spPr>
      </p:pic>
      <p:pic>
        <p:nvPicPr>
          <p:cNvPr id="4" name="图片 4"/>
          <p:cNvPicPr>
            <a:picLocks noChangeAspect="1"/>
          </p:cNvPicPr>
          <p:nvPr/>
        </p:nvPicPr>
        <p:blipFill>
          <a:blip r:embed="rId14"/>
          <a:stretch>
            <a:fillRect/>
          </a:stretch>
        </p:blipFill>
        <p:spPr>
          <a:xfrm>
            <a:off x="5619750" y="701675"/>
            <a:ext cx="6132830" cy="3555365"/>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循环指令</a:t>
            </a:r>
            <a:endParaRPr lang="zh-CN" altLang="en-US">
              <a:solidFill>
                <a:schemeClr val="tx1"/>
              </a:solidFill>
            </a:endParaRPr>
          </a:p>
        </p:txBody>
      </p:sp>
      <p:pic>
        <p:nvPicPr>
          <p:cNvPr id="12" name="图片 11"/>
          <p:cNvPicPr>
            <a:picLocks noChangeAspect="1"/>
          </p:cNvPicPr>
          <p:nvPr/>
        </p:nvPicPr>
        <p:blipFill>
          <a:blip r:embed="rId13"/>
          <a:stretch>
            <a:fillRect/>
          </a:stretch>
        </p:blipFill>
        <p:spPr>
          <a:xfrm>
            <a:off x="7638415" y="480695"/>
            <a:ext cx="3857625" cy="5829300"/>
          </a:xfrm>
          <a:prstGeom prst="rect">
            <a:avLst/>
          </a:prstGeom>
        </p:spPr>
      </p:pic>
      <p:pic>
        <p:nvPicPr>
          <p:cNvPr id="4" name="图片 5"/>
          <p:cNvPicPr>
            <a:picLocks noChangeAspect="1"/>
          </p:cNvPicPr>
          <p:nvPr/>
        </p:nvPicPr>
        <p:blipFill>
          <a:blip r:embed="rId14"/>
          <a:stretch>
            <a:fillRect/>
          </a:stretch>
        </p:blipFill>
        <p:spPr>
          <a:xfrm>
            <a:off x="898525" y="1522095"/>
            <a:ext cx="4155440" cy="4684395"/>
          </a:xfrm>
          <a:prstGeom prst="rect">
            <a:avLst/>
          </a:prstGeom>
          <a:noFill/>
          <a:ln>
            <a:noFill/>
          </a:ln>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70610"/>
          </a:xfrm>
        </p:spPr>
        <p:txBody>
          <a:bodyPr>
            <a:normAutofit/>
          </a:bodyPr>
          <a:lstStyle/>
          <a:p>
            <a:r>
              <a:rPr sz="4800">
                <a:solidFill>
                  <a:schemeClr val="bg1"/>
                </a:solidFill>
                <a:latin typeface="微软雅黑" panose="020B0503020204020204" charset="-122"/>
                <a:ea typeface="微软雅黑" panose="020B0503020204020204" charset="-122"/>
                <a:sym typeface="+mn-ea"/>
              </a:rPr>
              <a:t>算术运算</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558800" y="1288415"/>
            <a:ext cx="10268585" cy="4608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在逆向分析时，某些算术运算指令序列是很容易解读的，但是在其他一些情况下，算术运算指令序列经过了编译器优化处理后，理解起来有一定的难度。</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endParaRPr lang="zh-CN" altLang="en-US" sz="2800">
              <a:solidFill>
                <a:schemeClr val="tx1"/>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为了详细理解汇编语言中是如何实现算术和逻辑运算的，必须全面地理解各个标志位以及它们的使用方法。</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指令集中</a:t>
            </a:r>
            <a:r>
              <a:rPr lang="zh-CN" sz="2400" dirty="0" smtClean="0">
                <a:latin typeface="微软雅黑" panose="020B0503020204020204" charset="-122"/>
                <a:ea typeface="微软雅黑" panose="020B0503020204020204" charset="-122"/>
                <a:sym typeface="+mn-ea"/>
              </a:rPr>
              <a:t>几乎</a:t>
            </a:r>
            <a:r>
              <a:rPr lang="zh-CN" sz="2400" dirty="0" smtClean="0">
                <a:latin typeface="微软雅黑" panose="020B0503020204020204" charset="-122"/>
                <a:ea typeface="微软雅黑" panose="020B0503020204020204" charset="-122"/>
                <a:sym typeface="+mn-ea"/>
              </a:rPr>
              <a:t>所有的算术指令都要用到标志位，因此，要真正理解汇编语言中算术指令序列的含义，必须理解每一个标志位的含义以及算术指令是怎样使用它们的。</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IA-32 处理器中的标志位都被集中存放在EFLAGS存储器中，它是一个由处理器管理的32 位寄存器，程序代码很少会直接访问它。EFLAGS 存储器中的大多数标志位是系统标志位，系统标志位的状态确定了处理器的当前状态。</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除了这些系统标志位外，还有8个状态标志位，这8个标志位代表了处理器的当前状态，</a:t>
            </a:r>
            <a:r>
              <a:rPr lang="zh-CN" sz="2400" dirty="0" smtClean="0">
                <a:solidFill>
                  <a:srgbClr val="FF0000"/>
                </a:solidFill>
                <a:latin typeface="微软雅黑" panose="020B0503020204020204" charset="-122"/>
                <a:ea typeface="微软雅黑" panose="020B0503020204020204" charset="-122"/>
                <a:sym typeface="+mn-ea"/>
              </a:rPr>
              <a:t>状态标志位的取值与最近一次执行的算术运算的结果有关</a:t>
            </a:r>
            <a:r>
              <a:rPr lang="zh-CN" sz="2400" dirty="0" smtClean="0">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CF</a:t>
            </a:r>
            <a:r>
              <a:rPr lang="zh-CN" altLang="en-US" sz="2800">
                <a:solidFill>
                  <a:srgbClr val="FF0000"/>
                </a:solidFill>
              </a:rPr>
              <a:t>和</a:t>
            </a:r>
            <a:r>
              <a:rPr lang="en-US" altLang="zh-CN" sz="2800">
                <a:solidFill>
                  <a:srgbClr val="FF0000"/>
                </a:solidFill>
              </a:rPr>
              <a:t>OF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进位标志位CF和溢出标志位OF对于汇编语言中的算术指令和逻辑指令是非常重要的两个标志位。它们的功能以及它们之间的区别并不十分明显。</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CF 和 OF 都是溢出指示符，这就是说它们两都可以用于</a:t>
            </a:r>
            <a:r>
              <a:rPr lang="zh-CN" sz="2400" dirty="0" smtClean="0">
                <a:solidFill>
                  <a:srgbClr val="FF0000"/>
                </a:solidFill>
                <a:latin typeface="微软雅黑" panose="020B0503020204020204" charset="-122"/>
                <a:ea typeface="微软雅黑" panose="020B0503020204020204" charset="-122"/>
                <a:sym typeface="+mn-ea"/>
              </a:rPr>
              <a:t>通知程序算术运算的结果太大了以至于无法把它全部表示在目标操作数中</a:t>
            </a:r>
            <a:r>
              <a:rPr lang="zh-CN" sz="2400" dirty="0" smtClean="0">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这两个标志位的区别与程序所处理的数据类型有关。</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CF</a:t>
            </a:r>
            <a:r>
              <a:rPr lang="zh-CN" altLang="en-US" sz="2800">
                <a:solidFill>
                  <a:srgbClr val="FF0000"/>
                </a:solidFill>
              </a:rPr>
              <a:t>和</a:t>
            </a:r>
            <a:r>
              <a:rPr lang="en-US" altLang="zh-CN" sz="2800">
                <a:solidFill>
                  <a:srgbClr val="FF0000"/>
                </a:solidFill>
              </a:rPr>
              <a:t>OF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与大多数高级语言不同，</a:t>
            </a:r>
            <a:r>
              <a:rPr lang="zh-CN" sz="2400" dirty="0" smtClean="0">
                <a:solidFill>
                  <a:srgbClr val="FF0000"/>
                </a:solidFill>
                <a:latin typeface="微软雅黑" panose="020B0503020204020204" charset="-122"/>
                <a:ea typeface="微软雅黑" panose="020B0503020204020204" charset="-122"/>
                <a:sym typeface="+mn-ea"/>
              </a:rPr>
              <a:t>汇编语言程序不会显式地指明当前所处理数据的类型细节</a:t>
            </a:r>
            <a:r>
              <a:rPr lang="zh-CN" sz="2400" dirty="0" smtClean="0">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一些算术指令如 ADD 指令和SUB 指令也不去管它们处理的操作数到底是有符号数还是无符号数，因为这对它们来说不重要——运算的二进制结果是一样的。</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而其他一些指令，如MUL 指令和 DIV 指令就有无符号数版本和有符号数版本两种——</a:t>
            </a:r>
            <a:r>
              <a:rPr lang="zh-CN" sz="2400" dirty="0" smtClean="0">
                <a:solidFill>
                  <a:srgbClr val="FF0000"/>
                </a:solidFill>
                <a:latin typeface="微软雅黑" panose="020B0503020204020204" charset="-122"/>
                <a:ea typeface="微软雅黑" panose="020B0503020204020204" charset="-122"/>
                <a:sym typeface="+mn-ea"/>
              </a:rPr>
              <a:t>因为不同的数据类型对于乘法和除法来说会产生不同的二进制输出</a:t>
            </a:r>
            <a:r>
              <a:rPr lang="zh-CN" sz="2400" dirty="0" smtClean="0">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CF</a:t>
            </a:r>
            <a:r>
              <a:rPr lang="zh-CN" altLang="en-US" sz="2800">
                <a:solidFill>
                  <a:srgbClr val="FF0000"/>
                </a:solidFill>
              </a:rPr>
              <a:t>和</a:t>
            </a:r>
            <a:r>
              <a:rPr lang="en-US" altLang="zh-CN" sz="2800">
                <a:solidFill>
                  <a:srgbClr val="FF0000"/>
                </a:solidFill>
              </a:rPr>
              <a:t>OF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sz="2400" dirty="0">
                <a:solidFill>
                  <a:srgbClr val="008080"/>
                </a:solidFill>
                <a:latin typeface="微软雅黑" panose="020B0503020204020204" charset="-122"/>
                <a:ea typeface="微软雅黑" panose="020B0503020204020204" charset="-122"/>
                <a:sym typeface="+mn-ea"/>
              </a:rPr>
              <a:t>有符号数表示和无符号数表示总是与一个问题有关，这个问题就是溢出。</a:t>
            </a:r>
            <a:endParaRPr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sz="2400" dirty="0">
                <a:solidFill>
                  <a:srgbClr val="008080"/>
                </a:solidFill>
                <a:latin typeface="微软雅黑" panose="020B0503020204020204" charset="-122"/>
                <a:ea typeface="微软雅黑" panose="020B0503020204020204" charset="-122"/>
                <a:sym typeface="+mn-ea"/>
              </a:rPr>
              <a:t>因为有符号整数要比同样长度的无符号整数少一位（因为这个特殊的位被用来存放符号），所以有符号数和无符号数的溢出触发条件是不一样的。这就是我们需要 CF和OF两个溢出标志位的原因。</a:t>
            </a:r>
            <a:endParaRPr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sz="2400" dirty="0">
                <a:solidFill>
                  <a:srgbClr val="FF0000"/>
                </a:solidFill>
                <a:latin typeface="微软雅黑" panose="020B0503020204020204" charset="-122"/>
                <a:ea typeface="微软雅黑" panose="020B0503020204020204" charset="-122"/>
                <a:sym typeface="+mn-ea"/>
              </a:rPr>
              <a:t>处理器并没有为算术指令提供独立的有符号和无符号两个版本</a:t>
            </a:r>
            <a:r>
              <a:rPr sz="2400" dirty="0">
                <a:solidFill>
                  <a:srgbClr val="008080"/>
                </a:solidFill>
                <a:latin typeface="微软雅黑" panose="020B0503020204020204" charset="-122"/>
                <a:ea typeface="微软雅黑" panose="020B0503020204020204" charset="-122"/>
                <a:sym typeface="+mn-ea"/>
              </a:rPr>
              <a:t>，而是简单地通过用两个溢出标志位报告溢出就把问题合理地解决了∶</a:t>
            </a:r>
            <a:r>
              <a:rPr sz="2400" dirty="0">
                <a:solidFill>
                  <a:srgbClr val="FF0000"/>
                </a:solidFill>
                <a:latin typeface="微软雅黑" panose="020B0503020204020204" charset="-122"/>
                <a:ea typeface="微软雅黑" panose="020B0503020204020204" charset="-122"/>
                <a:sym typeface="+mn-ea"/>
              </a:rPr>
              <a:t>这两个标志位一个用于有符号操作数，一个用于无符号操作数</a:t>
            </a:r>
            <a:r>
              <a:rPr sz="2400" dirty="0">
                <a:solidFill>
                  <a:srgbClr val="008080"/>
                </a:solidFill>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CF</a:t>
            </a:r>
            <a:r>
              <a:rPr lang="zh-CN" altLang="en-US" sz="2800">
                <a:solidFill>
                  <a:srgbClr val="FF0000"/>
                </a:solidFill>
              </a:rPr>
              <a:t>和</a:t>
            </a:r>
            <a:r>
              <a:rPr lang="en-US" altLang="zh-CN" sz="2800">
                <a:solidFill>
                  <a:srgbClr val="FF0000"/>
                </a:solidFill>
              </a:rPr>
              <a:t>OF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lvl="0" indent="-342900" algn="l">
              <a:lnSpc>
                <a:spcPct val="130000"/>
              </a:lnSpc>
              <a:spcBef>
                <a:spcPts val="0"/>
              </a:spcBef>
              <a:buFont typeface="Arial" panose="020B0604020202020204" pitchFamily="34" charset="0"/>
              <a:buChar char="•"/>
            </a:pPr>
            <a:r>
              <a:rPr sz="2400" dirty="0">
                <a:solidFill>
                  <a:srgbClr val="008080"/>
                </a:solidFill>
                <a:latin typeface="微软雅黑" panose="020B0503020204020204" charset="-122"/>
                <a:ea typeface="微软雅黑" panose="020B0503020204020204" charset="-122"/>
                <a:sym typeface="+mn-ea"/>
              </a:rPr>
              <a:t>加法或者减法运算可以用同一个版本的指令对有符号操作数和无符号操作数进行运算，并对两个标志位进行置位——置位后的标志位留待接下来的指令处理。</a:t>
            </a:r>
            <a:endParaRPr sz="2400" dirty="0">
              <a:solidFill>
                <a:srgbClr val="008080"/>
              </a:solidFill>
              <a:latin typeface="微软雅黑" panose="020B0503020204020204" charset="-122"/>
              <a:ea typeface="微软雅黑" panose="020B0503020204020204" charset="-122"/>
            </a:endParaRPr>
          </a:p>
          <a:p>
            <a:pPr marL="342900" lvl="0" indent="-342900" algn="l">
              <a:lnSpc>
                <a:spcPct val="130000"/>
              </a:lnSpc>
              <a:spcBef>
                <a:spcPts val="0"/>
              </a:spcBef>
              <a:buFont typeface="Arial" panose="020B0604020202020204" pitchFamily="34" charset="0"/>
              <a:buChar char="•"/>
            </a:pPr>
            <a:r>
              <a:rPr sz="2400" dirty="0">
                <a:solidFill>
                  <a:srgbClr val="008080"/>
                </a:solidFill>
                <a:latin typeface="微软雅黑" panose="020B0503020204020204" charset="-122"/>
                <a:ea typeface="微软雅黑" panose="020B0503020204020204" charset="-122"/>
                <a:sym typeface="+mn-ea"/>
              </a:rPr>
              <a:t>举个例子，考虑下面的算术运算代码，看看它会对这两个溢出标志位产生什么样的影响∶</a:t>
            </a:r>
            <a:endParaRPr sz="2400" dirty="0">
              <a:solidFill>
                <a:srgbClr val="008080"/>
              </a:solidFill>
              <a:latin typeface="微软雅黑" panose="020B0503020204020204" charset="-122"/>
              <a:ea typeface="微软雅黑" panose="020B0503020204020204" charset="-122"/>
            </a:endParaRPr>
          </a:p>
          <a:p>
            <a:pPr marL="342900" lvl="0" indent="-342900" algn="l">
              <a:lnSpc>
                <a:spcPct val="130000"/>
              </a:lnSpc>
              <a:spcBef>
                <a:spcPts val="0"/>
              </a:spcBef>
              <a:buFont typeface="Arial" panose="020B0604020202020204" pitchFamily="34" charset="0"/>
            </a:pPr>
            <a:r>
              <a:rPr lang="en-US" sz="2400" dirty="0">
                <a:solidFill>
                  <a:srgbClr val="008080"/>
                </a:solidFill>
                <a:latin typeface="微软雅黑" panose="020B0503020204020204" charset="-122"/>
                <a:ea typeface="微软雅黑" panose="020B0503020204020204" charset="-122"/>
                <a:sym typeface="+mn-ea"/>
              </a:rPr>
              <a:t>	</a:t>
            </a: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mov   ax, 0x1126</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lvl="0" algn="l">
              <a:lnSpc>
                <a:spcPct val="130000"/>
              </a:lnSpc>
              <a:spcBef>
                <a:spcPts val="0"/>
              </a:spcBef>
              <a:buFont typeface="Arial" panose="020B0604020202020204" pitchFamily="34" charset="0"/>
            </a:pP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 	mov   bx, 0x7200</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lvl="0" algn="l">
              <a:lnSpc>
                <a:spcPct val="130000"/>
              </a:lnSpc>
              <a:spcBef>
                <a:spcPts val="0"/>
              </a:spcBef>
              <a:buFont typeface="Arial" panose="020B0604020202020204" pitchFamily="34" charset="0"/>
            </a:pP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	add    ax, bx</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marL="342900" lvl="0" indent="-342900" algn="l">
              <a:lnSpc>
                <a:spcPct val="130000"/>
              </a:lnSpc>
              <a:spcBef>
                <a:spcPts val="0"/>
              </a:spcBef>
              <a:buFont typeface="Arial" panose="020B0604020202020204" pitchFamily="34" charset="0"/>
              <a:buChar char="•"/>
            </a:pPr>
            <a:r>
              <a:rPr sz="2400" dirty="0">
                <a:solidFill>
                  <a:srgbClr val="008080"/>
                </a:solidFill>
                <a:latin typeface="微软雅黑" panose="020B0503020204020204" charset="-122"/>
                <a:ea typeface="微软雅黑" panose="020B0503020204020204" charset="-122"/>
                <a:sym typeface="+mn-ea"/>
              </a:rPr>
              <a:t>上面的加法指令可能会产生不同的结果，具体的结果取决于是把目的操作数当作有符号数还是无符号数对待。</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CF</a:t>
            </a:r>
            <a:r>
              <a:rPr lang="zh-CN" altLang="en-US" sz="2800">
                <a:solidFill>
                  <a:srgbClr val="FF0000"/>
                </a:solidFill>
              </a:rPr>
              <a:t>和</a:t>
            </a:r>
            <a:r>
              <a:rPr lang="en-US" altLang="zh-CN" sz="2800">
                <a:solidFill>
                  <a:srgbClr val="FF0000"/>
                </a:solidFill>
              </a:rPr>
              <a:t>OF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lvl="0" indent="-342900" algn="l">
              <a:lnSpc>
                <a:spcPct val="130000"/>
              </a:lnSpc>
              <a:spcBef>
                <a:spcPts val="0"/>
              </a:spcBef>
              <a:buFont typeface="Arial" panose="020B0604020202020204" pitchFamily="34" charset="0"/>
            </a:pPr>
            <a:r>
              <a:rPr lang="en-US" sz="2400" dirty="0">
                <a:solidFill>
                  <a:srgbClr val="008080"/>
                </a:solidFill>
                <a:latin typeface="微软雅黑" panose="020B0503020204020204" charset="-122"/>
                <a:ea typeface="微软雅黑" panose="020B0503020204020204" charset="-122"/>
                <a:sym typeface="+mn-ea"/>
              </a:rPr>
              <a:t>	</a:t>
            </a: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mov   ax, 0x1126</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lvl="0" algn="l">
              <a:lnSpc>
                <a:spcPct val="130000"/>
              </a:lnSpc>
              <a:spcBef>
                <a:spcPts val="0"/>
              </a:spcBef>
              <a:buFont typeface="Arial" panose="020B0604020202020204" pitchFamily="34" charset="0"/>
            </a:pP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 	mov   bx, 0x7200</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lvl="0" algn="l">
              <a:lnSpc>
                <a:spcPct val="130000"/>
              </a:lnSpc>
              <a:spcBef>
                <a:spcPts val="0"/>
              </a:spcBef>
              <a:buFont typeface="Arial" panose="020B0604020202020204" pitchFamily="34" charset="0"/>
            </a:pPr>
            <a:r>
              <a:rPr 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	add    ax, bx</a:t>
            </a:r>
            <a:endParaRPr 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marL="342900" lvl="0" indent="-342900" algn="l">
              <a:lnSpc>
                <a:spcPct val="130000"/>
              </a:lnSpc>
              <a:spcBef>
                <a:spcPts val="0"/>
              </a:spcBef>
              <a:buFont typeface="Arial" panose="020B0604020202020204" pitchFamily="34" charset="0"/>
              <a:buChar char="•"/>
            </a:pPr>
            <a:r>
              <a:rPr lang="en-US" altLang="zh-CN" sz="2400" dirty="0">
                <a:solidFill>
                  <a:srgbClr val="008080"/>
                </a:solidFill>
                <a:latin typeface="微软雅黑" panose="020B0503020204020204" charset="-122"/>
                <a:ea typeface="微软雅黑" panose="020B0503020204020204" charset="-122"/>
                <a:sym typeface="+mn-ea"/>
              </a:rPr>
              <a:t>如果用十六进制数表示的话，结果是 0x8326——假定 AX 被当作一个无符号操作数。</a:t>
            </a:r>
            <a:endParaRPr lang="en-US" altLang="zh-CN" sz="2400" dirty="0">
              <a:solidFill>
                <a:srgbClr val="008080"/>
              </a:solidFill>
              <a:latin typeface="微软雅黑" panose="020B0503020204020204" charset="-122"/>
              <a:ea typeface="微软雅黑" panose="020B0503020204020204" charset="-122"/>
              <a:sym typeface="+mn-ea"/>
            </a:endParaRPr>
          </a:p>
          <a:p>
            <a:pPr marL="342900" lvl="0" indent="-342900" algn="l">
              <a:lnSpc>
                <a:spcPct val="130000"/>
              </a:lnSpc>
              <a:spcBef>
                <a:spcPts val="0"/>
              </a:spcBef>
              <a:buFont typeface="Arial" panose="020B0604020202020204" pitchFamily="34" charset="0"/>
              <a:buChar char="•"/>
            </a:pPr>
            <a:r>
              <a:rPr lang="en-US" altLang="zh-CN" sz="2400" dirty="0">
                <a:solidFill>
                  <a:srgbClr val="008080"/>
                </a:solidFill>
                <a:latin typeface="微软雅黑" panose="020B0503020204020204" charset="-122"/>
                <a:ea typeface="微软雅黑" panose="020B0503020204020204" charset="-122"/>
                <a:sym typeface="+mn-ea"/>
              </a:rPr>
              <a:t>如果把 AX 当作一个有符号操作数，就会看到发生了溢出，因为任何最高位为1的有符号数是负数，0x8326就成了-31962了。显然，因为一个 16位的有符号数能表示的最大的数是 32767</a:t>
            </a:r>
            <a:r>
              <a:rPr lang="zh-CN" altLang="en-US" sz="2400" dirty="0">
                <a:solidFill>
                  <a:srgbClr val="008080"/>
                </a:solidFill>
                <a:latin typeface="微软雅黑" panose="020B0503020204020204" charset="-122"/>
                <a:ea typeface="微软雅黑" panose="020B0503020204020204" charset="-122"/>
                <a:sym typeface="+mn-ea"/>
              </a:rPr>
              <a:t>。</a:t>
            </a:r>
            <a:endParaRPr lang="zh-CN" altLang="en-US" sz="2400" dirty="0">
              <a:solidFill>
                <a:srgbClr val="008080"/>
              </a:solidFill>
              <a:latin typeface="微软雅黑" panose="020B0503020204020204" charset="-122"/>
              <a:ea typeface="微软雅黑" panose="020B0503020204020204" charset="-122"/>
              <a:sym typeface="+mn-ea"/>
            </a:endParaRPr>
          </a:p>
          <a:p>
            <a:pPr marL="342900" lvl="0" indent="-342900" algn="l">
              <a:lnSpc>
                <a:spcPct val="130000"/>
              </a:lnSpc>
              <a:spcBef>
                <a:spcPts val="0"/>
              </a:spcBef>
              <a:buFont typeface="Arial" panose="020B0604020202020204" pitchFamily="34" charset="0"/>
              <a:buChar char="•"/>
            </a:pPr>
            <a:r>
              <a:rPr lang="en-US" altLang="zh-CN" sz="2400" dirty="0">
                <a:solidFill>
                  <a:srgbClr val="008080"/>
                </a:solidFill>
                <a:latin typeface="微软雅黑" panose="020B0503020204020204" charset="-122"/>
                <a:ea typeface="微软雅黑" panose="020B0503020204020204" charset="-122"/>
                <a:sym typeface="+mn-ea"/>
              </a:rPr>
              <a:t>因此，上面的代码对无符号数来说没有溢出，但看作是有符号数就溢出了。所以，</a:t>
            </a:r>
            <a:r>
              <a:rPr lang="en-US" altLang="zh-CN" sz="2400" dirty="0">
                <a:solidFill>
                  <a:srgbClr val="C00000"/>
                </a:solidFill>
                <a:latin typeface="微软雅黑" panose="020B0503020204020204" charset="-122"/>
                <a:ea typeface="微软雅黑" panose="020B0503020204020204" charset="-122"/>
                <a:sym typeface="+mn-ea"/>
              </a:rPr>
              <a:t>前面这段代码会导致OF（表示在有符号操作数中溢出）置1，而 CF（表示在无符号操作数中溢出）被清零</a:t>
            </a:r>
            <a:r>
              <a:rPr lang="en-US" altLang="zh-CN" sz="2400" dirty="0">
                <a:solidFill>
                  <a:srgbClr val="008080"/>
                </a:solidFill>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Z</a:t>
            </a:r>
            <a:r>
              <a:rPr lang="en-US" altLang="zh-CN" sz="2800">
                <a:solidFill>
                  <a:srgbClr val="FF0000"/>
                </a:solidFill>
              </a:rPr>
              <a:t>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当算术运算的结果为0时，零标志位ZF将被置 1</a:t>
            </a:r>
            <a:r>
              <a:rPr lang="zh-CN" altLang="en-US" sz="2400" dirty="0">
                <a:solidFill>
                  <a:srgbClr val="008080"/>
                </a:solidFill>
                <a:latin typeface="微软雅黑" panose="020B0503020204020204" charset="-122"/>
                <a:ea typeface="微软雅黑" panose="020B0503020204020204" charset="-122"/>
                <a:sym typeface="+mn-ea"/>
              </a:rPr>
              <a:t>；</a:t>
            </a:r>
            <a:r>
              <a:rPr lang="en-US" sz="2400" dirty="0">
                <a:solidFill>
                  <a:srgbClr val="008080"/>
                </a:solidFill>
                <a:latin typeface="微软雅黑" panose="020B0503020204020204" charset="-122"/>
                <a:ea typeface="微软雅黑" panose="020B0503020204020204" charset="-122"/>
                <a:sym typeface="+mn-ea"/>
              </a:rPr>
              <a:t>如果结果不为0，ZF则被清零。</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IA-32汇编语言代码中，在好多种情况下会使用ZF标志位，但可能最常见情况就是比较两个操作数并测试它们是否相等。</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比如用 CMP 指令将一个操作数减去另一个操作数，如果减法运算的伪结果（表示此结果并不写入目的操作数中）为0就将ZF标志位置1，表明两个操作数相等。如果两个操作数不相等，ZF被清零。</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S</a:t>
            </a:r>
            <a:r>
              <a:rPr lang="en-US" altLang="zh-CN" sz="2800">
                <a:solidFill>
                  <a:srgbClr val="FF0000"/>
                </a:solidFill>
              </a:rPr>
              <a:t>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符号标志位记录结果的最高位（不管结果是有符号数还是无符号数）。</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对于有符号整数， SF相当于整数的符号。</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符号标志位SF为1表明结果是负数，为0表示结果是正数（或者是0）</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算术标志位</a:t>
            </a:r>
            <a:r>
              <a:rPr lang="en-US" altLang="zh-CN" sz="2800">
                <a:solidFill>
                  <a:schemeClr val="tx1"/>
                </a:solidFill>
              </a:rPr>
              <a:t>-</a:t>
            </a:r>
            <a:r>
              <a:rPr lang="en-US" altLang="zh-CN" sz="2800">
                <a:solidFill>
                  <a:srgbClr val="FF0000"/>
                </a:solidFill>
              </a:rPr>
              <a:t>P</a:t>
            </a:r>
            <a:r>
              <a:rPr lang="en-US" altLang="zh-CN" sz="2800">
                <a:solidFill>
                  <a:srgbClr val="FF0000"/>
                </a:solidFill>
              </a:rPr>
              <a:t>F</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奇偶标志位（</a:t>
            </a:r>
            <a:r>
              <a:rPr lang="en-US" sz="2400" dirty="0">
                <a:solidFill>
                  <a:srgbClr val="FF0000"/>
                </a:solidFill>
                <a:latin typeface="微软雅黑" panose="020B0503020204020204" charset="-122"/>
                <a:ea typeface="微软雅黑" panose="020B0503020204020204" charset="-122"/>
                <a:sym typeface="+mn-ea"/>
              </a:rPr>
              <a:t>极少使用</a:t>
            </a:r>
            <a:r>
              <a:rPr lang="en-US" sz="2400" dirty="0">
                <a:solidFill>
                  <a:srgbClr val="008080"/>
                </a:solidFill>
                <a:latin typeface="微软雅黑" panose="020B0503020204020204" charset="-122"/>
                <a:ea typeface="微软雅黑" panose="020B0503020204020204" charset="-122"/>
                <a:sym typeface="+mn-ea"/>
              </a:rPr>
              <a:t>）记录算术运算结果低8位的二进制奇偶校验。</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二进制奇偶校验就是指数中置为1的位数是奇数还是偶数，它与数的奇偶性完全是两回事儿。</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PF为1表明运算结果的低8位中1的个数是偶数，而 PF为零则表明结果的低8位中1的个数是奇数。</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endParaRPr lang="en-US" altLang="zh-CN"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需要指出的是，对于任意一款正常的编译器来说，</a:t>
            </a:r>
            <a:r>
              <a:rPr lang="en-US" sz="2400" dirty="0">
                <a:solidFill>
                  <a:srgbClr val="FF0000"/>
                </a:solidFill>
                <a:latin typeface="微软雅黑" panose="020B0503020204020204" charset="-122"/>
                <a:ea typeface="微软雅黑" panose="020B0503020204020204" charset="-122"/>
                <a:sym typeface="+mn-ea"/>
              </a:rPr>
              <a:t>任何涉及两个常量操作数的算术运算都会在编译阶段被全部清除并代之以它们的运算结果</a:t>
            </a:r>
            <a:r>
              <a:rPr lang="en-US" sz="2400" dirty="0">
                <a:solidFill>
                  <a:srgbClr val="008080"/>
                </a:solidFill>
                <a:latin typeface="微软雅黑" panose="020B0503020204020204" charset="-122"/>
                <a:ea typeface="微软雅黑" panose="020B0503020204020204" charset="-122"/>
                <a:sym typeface="+mn-ea"/>
              </a:rPr>
              <a:t>（在汇编语言代码中只能看到这个运算结果）。</a:t>
            </a:r>
            <a:endParaRPr 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sz="2400" dirty="0">
                <a:solidFill>
                  <a:srgbClr val="008080"/>
                </a:solidFill>
                <a:latin typeface="微软雅黑" panose="020B0503020204020204" charset="-122"/>
                <a:ea typeface="微软雅黑" panose="020B0503020204020204" charset="-122"/>
                <a:sym typeface="+mn-ea"/>
              </a:rPr>
              <a:t>因此，我们讨论的算术</a:t>
            </a:r>
            <a:r>
              <a:rPr lang="zh-CN" altLang="en-US" sz="2400" dirty="0">
                <a:solidFill>
                  <a:srgbClr val="008080"/>
                </a:solidFill>
                <a:latin typeface="微软雅黑" panose="020B0503020204020204" charset="-122"/>
                <a:ea typeface="微软雅黑" panose="020B0503020204020204" charset="-122"/>
                <a:sym typeface="+mn-ea"/>
              </a:rPr>
              <a:t>运算</a:t>
            </a:r>
            <a:r>
              <a:rPr lang="en-US" sz="2400" dirty="0">
                <a:solidFill>
                  <a:srgbClr val="008080"/>
                </a:solidFill>
                <a:latin typeface="微软雅黑" panose="020B0503020204020204" charset="-122"/>
                <a:ea typeface="微软雅黑" panose="020B0503020204020204" charset="-122"/>
                <a:sym typeface="+mn-ea"/>
              </a:rPr>
              <a:t>只应用于运算中至少包括一个事先不知道取</a:t>
            </a:r>
            <a:r>
              <a:rPr lang="zh-CN" altLang="en-US" sz="2400" dirty="0">
                <a:solidFill>
                  <a:srgbClr val="008080"/>
                </a:solidFill>
                <a:latin typeface="微软雅黑" panose="020B0503020204020204" charset="-122"/>
                <a:ea typeface="微软雅黑" panose="020B0503020204020204" charset="-122"/>
                <a:sym typeface="+mn-ea"/>
              </a:rPr>
              <a:t>值的变量的情形。</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加法和减法</a:t>
            </a:r>
            <a:endParaRPr lang="zh-CN" altLang="en-US"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整数的加法和减法通常是用 ADD 和 SUB 指令来实现的，这两条指令可以接收几种不同类型的操作数∶寄存器名，立即（硬编码）数或者内存地址。</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这些类型的操作数具体怎么组合取决于编译器，而且通常并不能反映出任何有关源代码的具体信息，但有一种情况很明显——</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如果是加上、减去一个立即操作数的话，那么它通常反映到源代码中的一个硬编码的常数</a:t>
            </a:r>
            <a:r>
              <a:rPr lang="zh-CN" altLang="en-US" sz="2400" dirty="0">
                <a:solidFill>
                  <a:srgbClr val="008080"/>
                </a:solidFill>
                <a:latin typeface="微软雅黑" panose="020B0503020204020204" charset="-122"/>
                <a:ea typeface="微软雅黑" panose="020B0503020204020204" charset="-122"/>
                <a:sym typeface="+mn-ea"/>
              </a:rPr>
              <a:t>（当然，在某些情况下编译器会为了其他目的将常数放到寄存器中再进行加减运算，而不是按照源代码所指示的方式处理）。</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要指出的是，两条指令都是将运算结果存放在左操作数中。</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加法和减法</a:t>
            </a:r>
            <a:endParaRPr lang="zh-CN" altLang="en-US" sz="2800">
              <a:solidFill>
                <a:srgbClr val="FF0000"/>
              </a:solidFill>
            </a:endParaRPr>
          </a:p>
        </p:txBody>
      </p:sp>
      <p:sp>
        <p:nvSpPr>
          <p:cNvPr id="4" name="内容占位符 2"/>
          <p:cNvSpPr>
            <a:spLocks noGrp="1"/>
          </p:cNvSpPr>
          <p:nvPr/>
        </p:nvSpPr>
        <p:spPr>
          <a:xfrm>
            <a:off x="654050" y="1074420"/>
            <a:ext cx="1074229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加、减法运算都是非常简单的运算，在现代 IA-32 处理器中执行效率非常高，并且通常编译器是用直接的方式实现的。</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在早期的IA-32处理器中，LEA指令的执行效率比 ADD和SUB 指令高，这导致了许多编译器都优先选用 LEA 指令来实现快速加法和移位操作。</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下面是用LEA 指令执行算术运算的一个例子。</a:t>
            </a:r>
            <a:endParaRPr lang="zh-CN" altLang="en-US" sz="2400" dirty="0">
              <a:solidFill>
                <a:srgbClr val="008080"/>
              </a:solidFill>
              <a:latin typeface="微软雅黑" panose="020B0503020204020204" charset="-122"/>
              <a:ea typeface="微软雅黑" panose="020B0503020204020204" charset="-122"/>
            </a:endParaRPr>
          </a:p>
          <a:p>
            <a:pPr marL="0" indent="0" algn="ctr" eaLnBrk="1" latinLnBrk="0" hangingPunct="1">
              <a:lnSpc>
                <a:spcPct val="130000"/>
              </a:lnSpc>
              <a:spcBef>
                <a:spcPts val="0"/>
              </a:spcBef>
              <a:buNone/>
            </a:pPr>
            <a:r>
              <a:rPr lang="en-US" altLang="zh-CN"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l</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ea   ecx, D</a:t>
            </a:r>
            <a:r>
              <a:rPr lang="en-US" altLang="zh-CN"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WO</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RD </a:t>
            </a:r>
            <a:r>
              <a:rPr lang="en-US" altLang="zh-CN"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P</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TR </a:t>
            </a:r>
            <a:r>
              <a:rPr lang="en-US" altLang="zh-CN"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edx</a:t>
            </a:r>
            <a:r>
              <a:rPr lang="en-US" altLang="zh-CN"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edx]</a:t>
            </a:r>
            <a:endPar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需要指出的是，尽管大多数反汇编器会在操作数前加上"DWORD PTR"，但事实上 LEA 指令并不能区别指针和整数。</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LEA不执行任何真正意义上的内存访问。</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0888980"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altLang="zh-CN" sz="2400" dirty="0">
                <a:solidFill>
                  <a:srgbClr val="008080"/>
                </a:solidFill>
                <a:latin typeface="微软雅黑" panose="020B0503020204020204" charset="-122"/>
                <a:ea typeface="微软雅黑" panose="020B0503020204020204" charset="-122"/>
                <a:sym typeface="+mn-ea"/>
              </a:rPr>
              <a:t>I</a:t>
            </a:r>
            <a:r>
              <a:rPr lang="zh-CN" altLang="en-US" sz="2400" dirty="0">
                <a:solidFill>
                  <a:srgbClr val="008080"/>
                </a:solidFill>
                <a:latin typeface="微软雅黑" panose="020B0503020204020204" charset="-122"/>
                <a:ea typeface="微软雅黑" panose="020B0503020204020204" charset="-122"/>
                <a:sym typeface="+mn-ea"/>
              </a:rPr>
              <a:t>A-32 处理器提供了几种不同类型的乘法、除法指令，但是它们的运算速度都相对比较慢。因此，编译器通常倾向于使用其他方式来完成乘法和除法运算。</a:t>
            </a:r>
            <a:endParaRPr lang="zh-CN" altLang="en-US"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用2 的整数次方乘或除一个数是最适合于计算机的运算，因为这在二进制的整数中最容易表示。这就像我们可以轻松地完成乘以或除以 10的整数次方的运算一样——只需要移小数点或者补零就可以了。</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计算机处理乘法和除法运算和我们的处理方法基本上是一样的。总的方法是</a:t>
            </a:r>
            <a:r>
              <a:rPr lang="zh-CN" altLang="en-US" sz="2400" dirty="0">
                <a:solidFill>
                  <a:srgbClr val="FF0000"/>
                </a:solidFill>
                <a:latin typeface="微软雅黑" panose="020B0503020204020204" charset="-122"/>
                <a:ea typeface="微软雅黑" panose="020B0503020204020204" charset="-122"/>
                <a:sym typeface="+mn-ea"/>
              </a:rPr>
              <a:t>试着将除数或乘数尽可能精确地转化成易于二进制系统表示的数值</a:t>
            </a:r>
            <a:r>
              <a:rPr lang="zh-CN" altLang="en-US" sz="2400" dirty="0">
                <a:solidFill>
                  <a:srgbClr val="008080"/>
                </a:solidFill>
                <a:latin typeface="微软雅黑" panose="020B0503020204020204" charset="-122"/>
                <a:ea typeface="微软雅黑" panose="020B0503020204020204" charset="-122"/>
                <a:sym typeface="+mn-ea"/>
              </a:rPr>
              <a:t>。这样，就可以执行相对比较简单的计算了，并找出将除数或乘数的其余部分用到计算中的方法。</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0888980"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eaLnBrk="1" latinLnBrk="0" hangingPunct="1">
              <a:lnSpc>
                <a:spcPct val="130000"/>
              </a:lnSpc>
              <a:spcBef>
                <a:spcPts val="0"/>
              </a:spcBef>
              <a:buClrTx/>
              <a:buSzTx/>
            </a:pPr>
            <a:r>
              <a:rPr lang="zh-CN" altLang="en-US" sz="2400" dirty="0">
                <a:solidFill>
                  <a:srgbClr val="008080"/>
                </a:solidFill>
                <a:latin typeface="微软雅黑" panose="020B0503020204020204" charset="-122"/>
                <a:ea typeface="微软雅黑" panose="020B0503020204020204" charset="-122"/>
                <a:sym typeface="+mn-ea"/>
              </a:rPr>
              <a:t>对于 IA-32处理器，等效于移小数点或者补零的操作是执行二进制移位——二进制移位可以用SHL 和SHR 指令完成的。</a:t>
            </a:r>
            <a:endParaRPr lang="zh-CN" altLang="en-US" sz="2400" dirty="0">
              <a:solidFill>
                <a:srgbClr val="008080"/>
              </a:solidFill>
              <a:latin typeface="微软雅黑" panose="020B0503020204020204" charset="-122"/>
              <a:ea typeface="微软雅黑" panose="020B0503020204020204" charset="-122"/>
              <a:sym typeface="+mn-ea"/>
            </a:endParaRPr>
          </a:p>
          <a:p>
            <a:pPr algn="l" eaLnBrk="1" latinLnBrk="0" hangingPunct="1">
              <a:lnSpc>
                <a:spcPct val="130000"/>
              </a:lnSpc>
              <a:spcBef>
                <a:spcPts val="0"/>
              </a:spcBef>
              <a:buClrTx/>
              <a:buSzTx/>
            </a:pPr>
            <a:r>
              <a:rPr lang="zh-CN" altLang="en-US" sz="2400" dirty="0">
                <a:solidFill>
                  <a:srgbClr val="008080"/>
                </a:solidFill>
                <a:latin typeface="微软雅黑" panose="020B0503020204020204" charset="-122"/>
                <a:ea typeface="微软雅黑" panose="020B0503020204020204" charset="-122"/>
                <a:sym typeface="+mn-ea"/>
              </a:rPr>
              <a:t>移位操作完成后，编译器通常还会用加法和减法对结果做一些必要的补偿。</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9951720"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当一个变量乘以另外一个变量的时候，通常 MUL </a:t>
            </a:r>
            <a:r>
              <a:rPr lang="en-US" altLang="zh-CN" sz="2400" dirty="0">
                <a:solidFill>
                  <a:srgbClr val="008080"/>
                </a:solidFill>
                <a:latin typeface="微软雅黑" panose="020B0503020204020204" charset="-122"/>
                <a:ea typeface="微软雅黑" panose="020B0503020204020204" charset="-122"/>
                <a:sym typeface="+mn-ea"/>
              </a:rPr>
              <a:t>/ </a:t>
            </a:r>
            <a:r>
              <a:rPr lang="zh-CN" altLang="en-US" sz="2400" dirty="0">
                <a:solidFill>
                  <a:srgbClr val="008080"/>
                </a:solidFill>
                <a:latin typeface="微软雅黑" panose="020B0503020204020204" charset="-122"/>
                <a:ea typeface="微软雅黑" panose="020B0503020204020204" charset="-122"/>
                <a:sym typeface="+mn-ea"/>
              </a:rPr>
              <a:t>IMUL 指令是最有效的工具。不过，</a:t>
            </a:r>
            <a:r>
              <a:rPr lang="zh-CN" altLang="en-US" sz="2400" dirty="0">
                <a:solidFill>
                  <a:srgbClr val="FF0000"/>
                </a:solidFill>
                <a:latin typeface="微软雅黑" panose="020B0503020204020204" charset="-122"/>
                <a:ea typeface="微软雅黑" panose="020B0503020204020204" charset="-122"/>
                <a:sym typeface="+mn-ea"/>
              </a:rPr>
              <a:t>当乘数是一个常数时，大多数编译器决不会使用MUL </a:t>
            </a:r>
            <a:r>
              <a:rPr lang="en-US" altLang="zh-CN" sz="2400" dirty="0">
                <a:solidFill>
                  <a:srgbClr val="FF0000"/>
                </a:solidFill>
                <a:latin typeface="微软雅黑" panose="020B0503020204020204" charset="-122"/>
                <a:ea typeface="微软雅黑" panose="020B0503020204020204" charset="-122"/>
                <a:sym typeface="+mn-ea"/>
              </a:rPr>
              <a:t>/ </a:t>
            </a:r>
            <a:r>
              <a:rPr lang="zh-CN" altLang="en-US" sz="2400" dirty="0">
                <a:solidFill>
                  <a:srgbClr val="FF0000"/>
                </a:solidFill>
                <a:latin typeface="微软雅黑" panose="020B0503020204020204" charset="-122"/>
                <a:ea typeface="微软雅黑" panose="020B0503020204020204" charset="-122"/>
                <a:sym typeface="+mn-ea"/>
              </a:rPr>
              <a:t>IMUL 指令</a:t>
            </a:r>
            <a:r>
              <a:rPr lang="zh-CN" altLang="en-US" sz="2400" dirty="0">
                <a:solidFill>
                  <a:srgbClr val="008080"/>
                </a:solidFill>
                <a:latin typeface="微软雅黑" panose="020B0503020204020204" charset="-122"/>
                <a:ea typeface="微软雅黑" panose="020B0503020204020204" charset="-122"/>
                <a:sym typeface="+mn-ea"/>
              </a:rPr>
              <a:t>。</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比如说当一个变量乘以常数 3时，编译器通常是先将变量左移1位然后加上原来的值。完成这一运算可以使用SHL指令和ADD 指令，也可以只使用 LEA 指令，如下所示∶</a:t>
            </a:r>
            <a:endParaRPr lang="zh-CN" altLang="en-US" sz="2400" dirty="0">
              <a:solidFill>
                <a:srgbClr val="008080"/>
              </a:solidFill>
              <a:latin typeface="微软雅黑" panose="020B0503020204020204" charset="-122"/>
              <a:ea typeface="微软雅黑" panose="020B0503020204020204" charset="-122"/>
              <a:sym typeface="+mn-ea"/>
            </a:endParaRPr>
          </a:p>
          <a:p>
            <a:pPr marL="0" indent="0" eaLnBrk="1" latinLnBrk="0" hangingPunct="1">
              <a:lnSpc>
                <a:spcPct val="130000"/>
              </a:lnSpc>
              <a:spcBef>
                <a:spcPts val="0"/>
              </a:spcBef>
              <a:buNone/>
            </a:pPr>
            <a:r>
              <a:rPr lang="en-US" altLang="zh-CN" sz="2400">
                <a:solidFill>
                  <a:srgbClr val="FF0000"/>
                </a:solidFill>
                <a:sym typeface="+mn-ea"/>
              </a:rPr>
              <a:t>	l</a:t>
            </a:r>
            <a:r>
              <a:rPr lang="zh-CN" altLang="en-US" sz="2400">
                <a:solidFill>
                  <a:srgbClr val="FF0000"/>
                </a:solidFill>
                <a:sym typeface="+mn-ea"/>
              </a:rPr>
              <a:t>ea  eax, D</a:t>
            </a:r>
            <a:r>
              <a:rPr lang="en-US" altLang="zh-CN" sz="2400">
                <a:solidFill>
                  <a:srgbClr val="FF0000"/>
                </a:solidFill>
                <a:sym typeface="+mn-ea"/>
              </a:rPr>
              <a:t>W</a:t>
            </a:r>
            <a:r>
              <a:rPr lang="zh-CN" altLang="en-US" sz="2400">
                <a:solidFill>
                  <a:srgbClr val="FF0000"/>
                </a:solidFill>
                <a:sym typeface="+mn-ea"/>
              </a:rPr>
              <a:t>ORD </a:t>
            </a:r>
            <a:r>
              <a:rPr lang="en-US" altLang="zh-CN" sz="2400">
                <a:solidFill>
                  <a:srgbClr val="FF0000"/>
                </a:solidFill>
                <a:sym typeface="+mn-ea"/>
              </a:rPr>
              <a:t>P</a:t>
            </a:r>
            <a:r>
              <a:rPr lang="zh-CN" altLang="en-US" sz="2400">
                <a:solidFill>
                  <a:srgbClr val="FF0000"/>
                </a:solidFill>
                <a:sym typeface="+mn-ea"/>
              </a:rPr>
              <a:t>TR [eax</a:t>
            </a:r>
            <a:r>
              <a:rPr lang="en-US" altLang="zh-CN" sz="2400">
                <a:solidFill>
                  <a:srgbClr val="FF0000"/>
                </a:solidFill>
                <a:sym typeface="+mn-ea"/>
              </a:rPr>
              <a:t>+</a:t>
            </a:r>
            <a:r>
              <a:rPr lang="zh-CN" altLang="en-US" sz="2400">
                <a:solidFill>
                  <a:srgbClr val="FF0000"/>
                </a:solidFill>
                <a:sym typeface="+mn-ea"/>
              </a:rPr>
              <a:t>eax*2</a:t>
            </a:r>
            <a:r>
              <a:rPr lang="en-US" altLang="zh-CN" sz="2400">
                <a:solidFill>
                  <a:srgbClr val="FF0000"/>
                </a:solidFill>
                <a:sym typeface="+mn-ea"/>
              </a:rPr>
              <a:t>]</a:t>
            </a:r>
            <a:endParaRPr lang="zh-CN" altLang="en-US" sz="2400">
              <a:solidFill>
                <a:srgbClr val="FF0000"/>
              </a:solidFill>
            </a:endParaRPr>
          </a:p>
          <a:p>
            <a:pPr eaLnBrk="1" latinLnBrk="0" hangingPunct="1">
              <a:lnSpc>
                <a:spcPct val="130000"/>
              </a:lnSpc>
              <a:spcBef>
                <a:spcPts val="0"/>
              </a:spcBef>
            </a:pP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在更加复杂的情况下，编译器会组合使用LEA 和 ADD 指令。</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例如下面这段代码——实现的是乘以 32 的运算∶</a:t>
            </a:r>
            <a:endParaRPr lang="zh-CN" altLang="en-US" sz="2400" dirty="0">
              <a:solidFill>
                <a:srgbClr val="008080"/>
              </a:solidFill>
              <a:latin typeface="微软雅黑" panose="020B0503020204020204" charset="-122"/>
              <a:ea typeface="微软雅黑" panose="020B0503020204020204" charset="-122"/>
            </a:endParaRPr>
          </a:p>
          <a:p>
            <a:pPr marL="0" indent="0" eaLnBrk="1" latinLnBrk="0" hangingPunct="1">
              <a:lnSpc>
                <a:spcPct val="100000"/>
              </a:lnSpc>
              <a:spcBef>
                <a:spcPts val="0"/>
              </a:spcBef>
              <a:buNone/>
            </a:pPr>
            <a:r>
              <a:rPr lang="en-US" altLang="zh-CN" sz="2400">
                <a:gradFill>
                  <a:gsLst>
                    <a:gs pos="0">
                      <a:srgbClr val="FE4444"/>
                    </a:gs>
                    <a:gs pos="100000">
                      <a:srgbClr val="832B2B"/>
                    </a:gs>
                  </a:gsLst>
                  <a:lin scaled="0"/>
                </a:gradFill>
                <a:sym typeface="+mn-ea"/>
              </a:rPr>
              <a:t>	l</a:t>
            </a:r>
            <a:r>
              <a:rPr lang="zh-CN" altLang="en-US" sz="2400">
                <a:gradFill>
                  <a:gsLst>
                    <a:gs pos="0">
                      <a:srgbClr val="FE4444"/>
                    </a:gs>
                    <a:gs pos="100000">
                      <a:srgbClr val="832B2B"/>
                    </a:gs>
                  </a:gsLst>
                  <a:lin scaled="0"/>
                </a:gradFill>
                <a:sym typeface="+mn-ea"/>
              </a:rPr>
              <a:t>ea  eax, D</a:t>
            </a:r>
            <a:r>
              <a:rPr lang="en-US" altLang="zh-CN" sz="2400">
                <a:gradFill>
                  <a:gsLst>
                    <a:gs pos="0">
                      <a:srgbClr val="FE4444"/>
                    </a:gs>
                    <a:gs pos="100000">
                      <a:srgbClr val="832B2B"/>
                    </a:gs>
                  </a:gsLst>
                  <a:lin scaled="0"/>
                </a:gradFill>
                <a:sym typeface="+mn-ea"/>
              </a:rPr>
              <a:t>WO</a:t>
            </a:r>
            <a:r>
              <a:rPr lang="zh-CN" altLang="en-US" sz="2400">
                <a:gradFill>
                  <a:gsLst>
                    <a:gs pos="0">
                      <a:srgbClr val="FE4444"/>
                    </a:gs>
                    <a:gs pos="100000">
                      <a:srgbClr val="832B2B"/>
                    </a:gs>
                  </a:gsLst>
                  <a:lin scaled="0"/>
                </a:gradFill>
                <a:sym typeface="+mn-ea"/>
              </a:rPr>
              <a:t>RD PTR </a:t>
            </a:r>
            <a:r>
              <a:rPr lang="en-US" altLang="zh-CN" sz="2400">
                <a:gradFill>
                  <a:gsLst>
                    <a:gs pos="0">
                      <a:srgbClr val="FE4444"/>
                    </a:gs>
                    <a:gs pos="100000">
                      <a:srgbClr val="832B2B"/>
                    </a:gs>
                  </a:gsLst>
                  <a:lin scaled="0"/>
                </a:gradFill>
                <a:sym typeface="+mn-ea"/>
              </a:rPr>
              <a:t>[</a:t>
            </a:r>
            <a:r>
              <a:rPr lang="zh-CN" altLang="en-US" sz="2400">
                <a:gradFill>
                  <a:gsLst>
                    <a:gs pos="0">
                      <a:srgbClr val="FE4444"/>
                    </a:gs>
                    <a:gs pos="100000">
                      <a:srgbClr val="832B2B"/>
                    </a:gs>
                  </a:gsLst>
                  <a:lin scaled="0"/>
                </a:gradFill>
                <a:sym typeface="+mn-ea"/>
              </a:rPr>
              <a:t>e</a:t>
            </a:r>
            <a:r>
              <a:rPr lang="en-US" altLang="zh-CN" sz="2400">
                <a:gradFill>
                  <a:gsLst>
                    <a:gs pos="0">
                      <a:srgbClr val="FE4444"/>
                    </a:gs>
                    <a:gs pos="100000">
                      <a:srgbClr val="832B2B"/>
                    </a:gs>
                  </a:gsLst>
                  <a:lin scaled="0"/>
                </a:gradFill>
                <a:sym typeface="+mn-ea"/>
              </a:rPr>
              <a:t>d</a:t>
            </a:r>
            <a:r>
              <a:rPr lang="zh-CN" altLang="en-US" sz="2400">
                <a:gradFill>
                  <a:gsLst>
                    <a:gs pos="0">
                      <a:srgbClr val="FE4444"/>
                    </a:gs>
                    <a:gs pos="100000">
                      <a:srgbClr val="832B2B"/>
                    </a:gs>
                  </a:gsLst>
                  <a:lin scaled="0"/>
                </a:gradFill>
                <a:sym typeface="+mn-ea"/>
              </a:rPr>
              <a:t>x</a:t>
            </a:r>
            <a:r>
              <a:rPr lang="en-US" altLang="zh-CN" sz="2400">
                <a:gradFill>
                  <a:gsLst>
                    <a:gs pos="0">
                      <a:srgbClr val="FE4444"/>
                    </a:gs>
                    <a:gs pos="100000">
                      <a:srgbClr val="832B2B"/>
                    </a:gs>
                  </a:gsLst>
                  <a:lin scaled="0"/>
                </a:gradFill>
                <a:sym typeface="+mn-ea"/>
              </a:rPr>
              <a:t>+</a:t>
            </a:r>
            <a:r>
              <a:rPr lang="zh-CN" altLang="en-US" sz="2400">
                <a:gradFill>
                  <a:gsLst>
                    <a:gs pos="0">
                      <a:srgbClr val="FE4444"/>
                    </a:gs>
                    <a:gs pos="100000">
                      <a:srgbClr val="832B2B"/>
                    </a:gs>
                  </a:gsLst>
                  <a:lin scaled="0"/>
                </a:gradFill>
                <a:sym typeface="+mn-ea"/>
              </a:rPr>
              <a:t>edx</a:t>
            </a:r>
            <a:r>
              <a:rPr lang="en-US" altLang="zh-CN" sz="2400">
                <a:gradFill>
                  <a:gsLst>
                    <a:gs pos="0">
                      <a:srgbClr val="FE4444"/>
                    </a:gs>
                    <a:gs pos="100000">
                      <a:srgbClr val="832B2B"/>
                    </a:gs>
                  </a:gsLst>
                  <a:lin scaled="0"/>
                </a:gradFill>
                <a:sym typeface="+mn-ea"/>
              </a:rPr>
              <a:t>]</a:t>
            </a:r>
            <a:endParaRPr lang="en-US" altLang="zh-CN" sz="2400">
              <a:gradFill>
                <a:gsLst>
                  <a:gs pos="0">
                    <a:srgbClr val="FE4444"/>
                  </a:gs>
                  <a:gs pos="100000">
                    <a:srgbClr val="832B2B"/>
                  </a:gs>
                </a:gsLst>
                <a:lin scaled="0"/>
              </a:gradFill>
              <a:sym typeface="+mn-ea"/>
            </a:endParaRPr>
          </a:p>
          <a:p>
            <a:pPr marL="0" indent="0" eaLnBrk="1" latinLnBrk="0" hangingPunct="1">
              <a:lnSpc>
                <a:spcPct val="100000"/>
              </a:lnSpc>
              <a:spcBef>
                <a:spcPts val="0"/>
              </a:spcBef>
              <a:buNone/>
            </a:pPr>
            <a:r>
              <a:rPr lang="en-US" altLang="zh-CN" sz="2400">
                <a:gradFill>
                  <a:gsLst>
                    <a:gs pos="0">
                      <a:srgbClr val="FE4444"/>
                    </a:gs>
                    <a:gs pos="100000">
                      <a:srgbClr val="832B2B"/>
                    </a:gs>
                  </a:gsLst>
                  <a:lin scaled="0"/>
                </a:gradFill>
                <a:sym typeface="+mn-ea"/>
              </a:rPr>
              <a:t>	</a:t>
            </a:r>
            <a:r>
              <a:rPr lang="zh-CN" altLang="en-US" sz="2400">
                <a:gradFill>
                  <a:gsLst>
                    <a:gs pos="0">
                      <a:srgbClr val="FE4444"/>
                    </a:gs>
                    <a:gs pos="100000">
                      <a:srgbClr val="832B2B"/>
                    </a:gs>
                  </a:gsLst>
                  <a:lin scaled="0"/>
                </a:gradFill>
                <a:sym typeface="+mn-ea"/>
              </a:rPr>
              <a:t>add eax, eax</a:t>
            </a:r>
            <a:endParaRPr lang="zh-CN" altLang="en-US" sz="2400">
              <a:gradFill>
                <a:gsLst>
                  <a:gs pos="0">
                    <a:srgbClr val="FE4444"/>
                  </a:gs>
                  <a:gs pos="100000">
                    <a:srgbClr val="832B2B"/>
                  </a:gs>
                </a:gsLst>
                <a:lin scaled="0"/>
              </a:gradFill>
              <a:sym typeface="+mn-ea"/>
            </a:endParaRPr>
          </a:p>
          <a:p>
            <a:pPr marL="0" indent="0" eaLnBrk="1" latinLnBrk="0" hangingPunct="1">
              <a:lnSpc>
                <a:spcPct val="100000"/>
              </a:lnSpc>
              <a:spcBef>
                <a:spcPts val="0"/>
              </a:spcBef>
              <a:buNone/>
            </a:pPr>
            <a:r>
              <a:rPr lang="en-US" altLang="zh-CN" sz="2400">
                <a:gradFill>
                  <a:gsLst>
                    <a:gs pos="0">
                      <a:srgbClr val="FE4444"/>
                    </a:gs>
                    <a:gs pos="100000">
                      <a:srgbClr val="832B2B"/>
                    </a:gs>
                  </a:gsLst>
                  <a:lin scaled="0"/>
                </a:gradFill>
                <a:sym typeface="+mn-ea"/>
              </a:rPr>
              <a:t>	</a:t>
            </a:r>
            <a:r>
              <a:rPr lang="zh-CN" altLang="en-US" sz="2400">
                <a:gradFill>
                  <a:gsLst>
                    <a:gs pos="0">
                      <a:srgbClr val="FE4444"/>
                    </a:gs>
                    <a:gs pos="100000">
                      <a:srgbClr val="832B2B"/>
                    </a:gs>
                  </a:gsLst>
                  <a:lin scaled="0"/>
                </a:gradFill>
                <a:sym typeface="+mn-ea"/>
              </a:rPr>
              <a:t>add eax, eax </a:t>
            </a:r>
            <a:endParaRPr lang="zh-CN" altLang="en-US" sz="2400">
              <a:gradFill>
                <a:gsLst>
                  <a:gs pos="0">
                    <a:srgbClr val="FE4444"/>
                  </a:gs>
                  <a:gs pos="100000">
                    <a:srgbClr val="832B2B"/>
                  </a:gs>
                </a:gsLst>
                <a:lin scaled="0"/>
              </a:gradFill>
              <a:sym typeface="+mn-ea"/>
            </a:endParaRPr>
          </a:p>
          <a:p>
            <a:pPr marL="0" indent="0" eaLnBrk="1" latinLnBrk="0" hangingPunct="1">
              <a:lnSpc>
                <a:spcPct val="100000"/>
              </a:lnSpc>
              <a:spcBef>
                <a:spcPts val="0"/>
              </a:spcBef>
              <a:buNone/>
            </a:pPr>
            <a:r>
              <a:rPr lang="en-US" altLang="zh-CN" sz="2400">
                <a:gradFill>
                  <a:gsLst>
                    <a:gs pos="0">
                      <a:srgbClr val="FE4444"/>
                    </a:gs>
                    <a:gs pos="100000">
                      <a:srgbClr val="832B2B"/>
                    </a:gs>
                  </a:gsLst>
                  <a:lin scaled="0"/>
                </a:gradFill>
                <a:sym typeface="+mn-ea"/>
              </a:rPr>
              <a:t>	</a:t>
            </a:r>
            <a:r>
              <a:rPr lang="zh-CN" altLang="en-US" sz="2400">
                <a:gradFill>
                  <a:gsLst>
                    <a:gs pos="0">
                      <a:srgbClr val="FE4444"/>
                    </a:gs>
                    <a:gs pos="100000">
                      <a:srgbClr val="832B2B"/>
                    </a:gs>
                  </a:gsLst>
                  <a:lin scaled="0"/>
                </a:gradFill>
                <a:sym typeface="+mn-ea"/>
              </a:rPr>
              <a:t>add eax, eax</a:t>
            </a:r>
            <a:endParaRPr lang="zh-CN" altLang="en-US" sz="2400">
              <a:gradFill>
                <a:gsLst>
                  <a:gs pos="0">
                    <a:srgbClr val="FE4444"/>
                  </a:gs>
                  <a:gs pos="100000">
                    <a:srgbClr val="832B2B"/>
                  </a:gs>
                </a:gsLst>
                <a:lin scaled="0"/>
              </a:gradFill>
              <a:sym typeface="+mn-ea"/>
            </a:endParaRPr>
          </a:p>
          <a:p>
            <a:pPr marL="0" indent="0" eaLnBrk="1" latinLnBrk="0" hangingPunct="1">
              <a:lnSpc>
                <a:spcPct val="100000"/>
              </a:lnSpc>
              <a:spcBef>
                <a:spcPts val="0"/>
              </a:spcBef>
              <a:buNone/>
            </a:pPr>
            <a:r>
              <a:rPr lang="en-US" altLang="zh-CN" sz="2400">
                <a:gradFill>
                  <a:gsLst>
                    <a:gs pos="0">
                      <a:srgbClr val="FE4444"/>
                    </a:gs>
                    <a:gs pos="100000">
                      <a:srgbClr val="832B2B"/>
                    </a:gs>
                  </a:gsLst>
                  <a:lin scaled="0"/>
                </a:gradFill>
                <a:sym typeface="+mn-ea"/>
              </a:rPr>
              <a:t>	</a:t>
            </a:r>
            <a:r>
              <a:rPr lang="zh-CN" altLang="en-US" sz="2400">
                <a:gradFill>
                  <a:gsLst>
                    <a:gs pos="0">
                      <a:srgbClr val="FE4444"/>
                    </a:gs>
                    <a:gs pos="100000">
                      <a:srgbClr val="832B2B"/>
                    </a:gs>
                  </a:gsLst>
                  <a:lin scaled="0"/>
                </a:gradFill>
                <a:sym typeface="+mn-ea"/>
              </a:rPr>
              <a:t>add eax, eax</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这段代码是由 Intel 的编译器生成的，你有没有感觉奇怪：</a:t>
            </a:r>
            <a:endParaRPr lang="zh-CN" altLang="en-US" sz="2400" dirty="0">
              <a:solidFill>
                <a:srgbClr val="008080"/>
              </a:solidFill>
              <a:latin typeface="微软雅黑" panose="020B0503020204020204" charset="-122"/>
              <a:ea typeface="微软雅黑" panose="020B0503020204020204" charset="-122"/>
              <a:sym typeface="+mn-ea"/>
            </a:endParaRPr>
          </a:p>
          <a:p>
            <a:pPr lvl="1"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首先，就代码长度而言它很长——这段代码用了1个LEA指令和4个ADD指令，这比只用一条 SHL指令来实现的代码长多了。</a:t>
            </a:r>
            <a:endParaRPr lang="zh-CN" altLang="en-US" sz="2400" dirty="0">
              <a:solidFill>
                <a:srgbClr val="008080"/>
              </a:solidFill>
              <a:latin typeface="微软雅黑" panose="020B0503020204020204" charset="-122"/>
              <a:ea typeface="微软雅黑" panose="020B0503020204020204" charset="-122"/>
              <a:sym typeface="+mn-ea"/>
            </a:endParaRPr>
          </a:p>
          <a:p>
            <a:pPr lvl="1"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其次，令人吃惊的是，这段代码的实际执行速度比只执行一条左移5位的 SHL 指令还要快，尽管我们认为SHL指令已经算是执行效率非常高的指令了。</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其中的原因是∶ LEA指令和ADD 指令都是执行时间短、高吞吐量的指令。</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实际上，</a:t>
            </a:r>
            <a:r>
              <a:rPr lang="zh-CN" altLang="en-US" sz="2400" dirty="0">
                <a:solidFill>
                  <a:srgbClr val="FF0000"/>
                </a:solidFill>
                <a:latin typeface="微软雅黑" panose="020B0503020204020204" charset="-122"/>
                <a:ea typeface="微软雅黑" panose="020B0503020204020204" charset="-122"/>
                <a:sym typeface="+mn-ea"/>
              </a:rPr>
              <a:t>执行完这段代码可能不到三个时钟周期</a:t>
            </a:r>
            <a:r>
              <a:rPr lang="zh-CN" altLang="en-US" sz="2400" dirty="0">
                <a:solidFill>
                  <a:srgbClr val="008080"/>
                </a:solidFill>
                <a:latin typeface="微软雅黑" panose="020B0503020204020204" charset="-122"/>
                <a:ea typeface="微软雅黑" panose="020B0503020204020204" charset="-122"/>
                <a:sym typeface="+mn-ea"/>
              </a:rPr>
              <a:t>（虽然这取决于具体的处理器和其他环境方面的因素）。比较而言，</a:t>
            </a:r>
            <a:r>
              <a:rPr lang="zh-CN" altLang="en-US" sz="2400" dirty="0">
                <a:solidFill>
                  <a:srgbClr val="FF0000"/>
                </a:solidFill>
                <a:latin typeface="微软雅黑" panose="020B0503020204020204" charset="-122"/>
                <a:ea typeface="微软雅黑" panose="020B0503020204020204" charset="-122"/>
                <a:sym typeface="+mn-ea"/>
              </a:rPr>
              <a:t>执行一条 SHL 指令需要 4个时钟周期</a:t>
            </a:r>
            <a:r>
              <a:rPr lang="zh-CN" altLang="en-US" sz="2400" dirty="0">
                <a:solidFill>
                  <a:srgbClr val="008080"/>
                </a:solidFill>
                <a:latin typeface="微软雅黑" panose="020B0503020204020204" charset="-122"/>
                <a:ea typeface="微软雅黑" panose="020B0503020204020204" charset="-122"/>
                <a:sym typeface="+mn-ea"/>
              </a:rPr>
              <a:t>，这就是为什么用它实现不如用上面的代码效率高的原因。</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我们来看另一段乘法代码∶</a:t>
            </a:r>
            <a:endParaRPr lang="zh-CN" altLang="en-US" sz="2400" dirty="0">
              <a:solidFill>
                <a:srgbClr val="008080"/>
              </a:solidFill>
              <a:latin typeface="微软雅黑" panose="020B0503020204020204" charset="-122"/>
              <a:ea typeface="微软雅黑" panose="020B0503020204020204" charset="-122"/>
              <a:sym typeface="+mn-ea"/>
            </a:endParaRPr>
          </a:p>
          <a:p>
            <a:pPr marL="0" algn="l" eaLnBrk="1" latinLnBrk="0" hangingPunct="1">
              <a:lnSpc>
                <a:spcPct val="100000"/>
              </a:lnSpc>
              <a:spcBef>
                <a:spcPts val="0"/>
              </a:spcBef>
              <a:buClrTx/>
              <a:buSzTx/>
              <a:buNone/>
            </a:pPr>
            <a:r>
              <a:rPr lang="zh-CN" altLang="en-US" sz="2400">
                <a:gradFill>
                  <a:gsLst>
                    <a:gs pos="0">
                      <a:srgbClr val="FE4444"/>
                    </a:gs>
                    <a:gs pos="100000">
                      <a:srgbClr val="832B2B"/>
                    </a:gs>
                  </a:gsLst>
                  <a:lin scaled="0"/>
                </a:gradFill>
                <a:sym typeface="+mn-ea"/>
              </a:rPr>
              <a:t>	lea  eax, DWORD PTR [esi+esi*2]</a:t>
            </a:r>
            <a:endParaRPr lang="zh-CN" altLang="en-US" sz="2400">
              <a:gradFill>
                <a:gsLst>
                  <a:gs pos="0">
                    <a:srgbClr val="FE4444"/>
                  </a:gs>
                  <a:gs pos="100000">
                    <a:srgbClr val="832B2B"/>
                  </a:gs>
                </a:gsLst>
                <a:lin scaled="0"/>
              </a:gradFill>
              <a:sym typeface="+mn-ea"/>
            </a:endParaRPr>
          </a:p>
          <a:p>
            <a:pPr marL="0" algn="l" eaLnBrk="1" latinLnBrk="0" hangingPunct="1">
              <a:lnSpc>
                <a:spcPct val="100000"/>
              </a:lnSpc>
              <a:spcBef>
                <a:spcPts val="0"/>
              </a:spcBef>
              <a:buClrTx/>
              <a:buSzTx/>
              <a:buNone/>
            </a:pPr>
            <a:r>
              <a:rPr lang="zh-CN" altLang="en-US" sz="2400">
                <a:gradFill>
                  <a:gsLst>
                    <a:gs pos="0">
                      <a:srgbClr val="FE4444"/>
                    </a:gs>
                    <a:gs pos="100000">
                      <a:srgbClr val="832B2B"/>
                    </a:gs>
                  </a:gsLst>
                  <a:lin scaled="0"/>
                </a:gradFill>
                <a:sym typeface="+mn-ea"/>
              </a:rPr>
              <a:t>	sal   eax, 2</a:t>
            </a:r>
            <a:endParaRPr lang="zh-CN" altLang="en-US" sz="2400">
              <a:gradFill>
                <a:gsLst>
                  <a:gs pos="0">
                    <a:srgbClr val="FE4444"/>
                  </a:gs>
                  <a:gs pos="100000">
                    <a:srgbClr val="832B2B"/>
                  </a:gs>
                </a:gsLst>
                <a:lin scaled="0"/>
              </a:gradFill>
              <a:sym typeface="+mn-ea"/>
            </a:endParaRPr>
          </a:p>
          <a:p>
            <a:pPr marL="0" algn="l" eaLnBrk="1" latinLnBrk="0" hangingPunct="1">
              <a:lnSpc>
                <a:spcPct val="100000"/>
              </a:lnSpc>
              <a:spcBef>
                <a:spcPts val="0"/>
              </a:spcBef>
              <a:buClrTx/>
              <a:buSzTx/>
              <a:buNone/>
            </a:pPr>
            <a:r>
              <a:rPr lang="zh-CN" altLang="en-US" sz="2400">
                <a:gradFill>
                  <a:gsLst>
                    <a:gs pos="0">
                      <a:srgbClr val="FE4444"/>
                    </a:gs>
                    <a:gs pos="100000">
                      <a:srgbClr val="832B2B"/>
                    </a:gs>
                  </a:gsLst>
                  <a:lin scaled="0"/>
                </a:gradFill>
                <a:sym typeface="+mn-ea"/>
              </a:rPr>
              <a:t>	sub  eax, esi</a:t>
            </a:r>
            <a:endParaRPr lang="zh-CN" altLang="en-US" sz="2400">
              <a:gradFill>
                <a:gsLst>
                  <a:gs pos="0">
                    <a:srgbClr val="FE4444"/>
                  </a:gs>
                  <a:gs pos="100000">
                    <a:srgbClr val="832B2B"/>
                  </a:gs>
                </a:gsLst>
                <a:lin scaled="0"/>
              </a:gradFill>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上面这段代码是用</a:t>
            </a:r>
            <a:r>
              <a:rPr lang="zh-CN" altLang="en-US" sz="2400" dirty="0">
                <a:solidFill>
                  <a:srgbClr val="FF0000"/>
                </a:solidFill>
                <a:latin typeface="微软雅黑" panose="020B0503020204020204" charset="-122"/>
                <a:ea typeface="微软雅黑" panose="020B0503020204020204" charset="-122"/>
                <a:sym typeface="+mn-ea"/>
              </a:rPr>
              <a:t>GCC编译器</a:t>
            </a:r>
            <a:r>
              <a:rPr lang="zh-CN" altLang="en-US" sz="2400" dirty="0">
                <a:solidFill>
                  <a:srgbClr val="008080"/>
                </a:solidFill>
                <a:latin typeface="微软雅黑" panose="020B0503020204020204" charset="-122"/>
                <a:ea typeface="微软雅黑" panose="020B0503020204020204" charset="-122"/>
                <a:sym typeface="+mn-ea"/>
              </a:rPr>
              <a:t>生成的，它先用LEA指令实现 ESI 乘以3，然后用SAL指令（SAL指令与SHL 指令相同——它们共用同一个操作码）把结果进一步乘以4。这两次运算将操作数乘以了12。然后，代码又将结果减去该操作数。</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实际上，这段代码是将操作数乘以 11。用数学表达式可以将这段代码表示为∶y = </a:t>
            </a:r>
            <a:r>
              <a:rPr lang="en-US" altLang="zh-CN"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008080"/>
                </a:solidFill>
                <a:latin typeface="微软雅黑" panose="020B0503020204020204" charset="-122"/>
                <a:ea typeface="微软雅黑" panose="020B0503020204020204" charset="-122"/>
                <a:sym typeface="+mn-ea"/>
              </a:rPr>
              <a:t>x + x*2</a:t>
            </a:r>
            <a:r>
              <a:rPr lang="en-US" altLang="zh-CN"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008080"/>
                </a:solidFill>
                <a:latin typeface="微软雅黑" panose="020B0503020204020204" charset="-122"/>
                <a:ea typeface="微软雅黑" panose="020B0503020204020204" charset="-122"/>
                <a:sym typeface="+mn-ea"/>
              </a:rPr>
              <a:t>*4 </a:t>
            </a:r>
            <a:r>
              <a:rPr lang="en-US" altLang="zh-CN" sz="2400" dirty="0">
                <a:solidFill>
                  <a:srgbClr val="008080"/>
                </a:solidFill>
                <a:latin typeface="微软雅黑" panose="020B0503020204020204" charset="-122"/>
                <a:ea typeface="微软雅黑" panose="020B0503020204020204" charset="-122"/>
                <a:sym typeface="+mn-ea"/>
              </a:rPr>
              <a:t>- </a:t>
            </a:r>
            <a:r>
              <a:rPr lang="zh-CN" altLang="en-US" sz="2400" dirty="0">
                <a:solidFill>
                  <a:srgbClr val="008080"/>
                </a:solidFill>
                <a:latin typeface="微软雅黑" panose="020B0503020204020204" charset="-122"/>
                <a:ea typeface="微软雅黑" panose="020B0503020204020204" charset="-122"/>
                <a:sym typeface="+mn-ea"/>
              </a:rPr>
              <a:t>x。</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乘法和除法</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对于计算机来说，除法是整数算术运算中最复杂的运算。</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在处理器中实现的内置除法指令有 DIV 指令和 IDIV 指令，相对其他指令来说</a:t>
            </a:r>
            <a:r>
              <a:rPr lang="en-US" altLang="zh-CN"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008080"/>
                </a:solidFill>
                <a:latin typeface="微软雅黑" panose="020B0503020204020204" charset="-122"/>
                <a:ea typeface="微软雅黑" panose="020B0503020204020204" charset="-122"/>
                <a:sym typeface="+mn-ea"/>
              </a:rPr>
              <a:t>它们的执行速度非常慢，执行时间超过了50个时钟周期，而加法和减法指令执行时间不到一个时钟周期。</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FF0000"/>
                </a:solidFill>
                <a:latin typeface="微软雅黑" panose="020B0503020204020204" charset="-122"/>
                <a:ea typeface="微软雅黑" panose="020B0503020204020204" charset="-122"/>
                <a:sym typeface="+mn-ea"/>
              </a:rPr>
              <a:t>对于除数是未知数的情况，编译器只能使用 DIV </a:t>
            </a:r>
            <a:r>
              <a:rPr lang="en-US" altLang="zh-CN" sz="2400" dirty="0">
                <a:solidFill>
                  <a:srgbClr val="FF0000"/>
                </a:solidFill>
                <a:latin typeface="微软雅黑" panose="020B0503020204020204" charset="-122"/>
                <a:ea typeface="微软雅黑" panose="020B0503020204020204" charset="-122"/>
                <a:sym typeface="+mn-ea"/>
              </a:rPr>
              <a:t>/ IDIV </a:t>
            </a:r>
            <a:r>
              <a:rPr lang="zh-CN" altLang="en-US" sz="2400" dirty="0">
                <a:solidFill>
                  <a:srgbClr val="FF0000"/>
                </a:solidFill>
                <a:latin typeface="微软雅黑" panose="020B0503020204020204" charset="-122"/>
                <a:ea typeface="微软雅黑" panose="020B0503020204020204" charset="-122"/>
                <a:sym typeface="+mn-ea"/>
              </a:rPr>
              <a:t>指令</a:t>
            </a:r>
            <a:r>
              <a:rPr lang="zh-CN" altLang="en-US" sz="2400" dirty="0">
                <a:solidFill>
                  <a:srgbClr val="008080"/>
                </a:solidFill>
                <a:latin typeface="微软雅黑" panose="020B0503020204020204" charset="-122"/>
                <a:ea typeface="微软雅黑" panose="020B0503020204020204" charset="-122"/>
                <a:sym typeface="+mn-ea"/>
              </a:rPr>
              <a:t>。这会影响到程序的执行性能，但对于逆向工程人员来说却是个好消息，因为这使得代码可读性强、且很直观。</a:t>
            </a:r>
            <a:endParaRPr lang="zh-CN" altLang="en-US"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lang="zh-CN" altLang="en-US" sz="2400" dirty="0">
                <a:solidFill>
                  <a:srgbClr val="FF0000"/>
                </a:solidFill>
                <a:latin typeface="微软雅黑" panose="020B0503020204020204" charset="-122"/>
                <a:ea typeface="微软雅黑" panose="020B0503020204020204" charset="-122"/>
                <a:sym typeface="+mn-ea"/>
              </a:rPr>
              <a:t>如果除数是常数的话，情况就变得复杂多了</a:t>
            </a:r>
            <a:r>
              <a:rPr lang="zh-CN" altLang="en-US"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FF0000"/>
                </a:solidFill>
                <a:latin typeface="微软雅黑" panose="020B0503020204020204" charset="-122"/>
                <a:ea typeface="微软雅黑" panose="020B0503020204020204" charset="-122"/>
                <a:sym typeface="+mn-ea"/>
              </a:rPr>
              <a:t>编译器会根据除数的具体数值选用一些非常有创造性的技术来实现更为高效的除法</a:t>
            </a:r>
            <a:r>
              <a:rPr lang="zh-CN" altLang="en-US" sz="2400" dirty="0">
                <a:solidFill>
                  <a:srgbClr val="008080"/>
                </a:solidFill>
                <a:latin typeface="微软雅黑" panose="020B0503020204020204" charset="-122"/>
                <a:ea typeface="微软雅黑" panose="020B0503020204020204" charset="-122"/>
                <a:sym typeface="+mn-ea"/>
              </a:rPr>
              <a:t>。</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问题出现了——</a:t>
            </a:r>
            <a:r>
              <a:rPr lang="zh-CN" altLang="en-US" sz="2400" dirty="0">
                <a:solidFill>
                  <a:srgbClr val="FF0000"/>
                </a:solidFill>
                <a:latin typeface="微软雅黑" panose="020B0503020204020204" charset="-122"/>
                <a:ea typeface="微软雅黑" panose="020B0503020204020204" charset="-122"/>
                <a:sym typeface="+mn-ea"/>
              </a:rPr>
              <a:t>这样做会导致代码的可读性变差</a:t>
            </a:r>
            <a:r>
              <a:rPr lang="zh-CN" altLang="en-US" sz="2400" dirty="0">
                <a:solidFill>
                  <a:srgbClr val="008080"/>
                </a:solidFill>
                <a:latin typeface="微软雅黑" panose="020B0503020204020204" charset="-122"/>
                <a:ea typeface="微软雅黑" panose="020B0503020204020204" charset="-122"/>
                <a:sym typeface="+mn-ea"/>
              </a:rPr>
              <a:t>。</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倒数相乘的思想是</a:t>
            </a:r>
            <a:r>
              <a:rPr lang="zh-CN" altLang="en-US" sz="2400" dirty="0">
                <a:gradFill>
                  <a:gsLst>
                    <a:gs pos="0">
                      <a:srgbClr val="FE4444"/>
                    </a:gs>
                    <a:gs pos="100000">
                      <a:srgbClr val="832B2B"/>
                    </a:gs>
                  </a:gsLst>
                  <a:lin scaled="0"/>
                </a:gradFill>
                <a:latin typeface="微软雅黑" panose="020B0503020204020204" charset="-122"/>
                <a:ea typeface="微软雅黑" panose="020B0503020204020204" charset="-122"/>
                <a:sym typeface="+mn-ea"/>
              </a:rPr>
              <a:t>利用乘法来代替实现除法运算</a:t>
            </a:r>
            <a:r>
              <a:rPr lang="zh-CN" altLang="en-US" sz="2400" dirty="0">
                <a:solidFill>
                  <a:srgbClr val="008080"/>
                </a:solidFill>
                <a:latin typeface="微软雅黑" panose="020B0503020204020204" charset="-122"/>
                <a:ea typeface="微软雅黑" panose="020B0503020204020204" charset="-122"/>
                <a:sym typeface="+mn-ea"/>
              </a:rPr>
              <a:t>。在 IA-32 处理器上，乘法指令的运算速度比除法指令要快4到6倍，因此我们会在某些情况下尽量避免使用除法指令，而代之以乘法指令。</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其思路就是</a:t>
            </a:r>
            <a:r>
              <a:rPr lang="zh-CN" altLang="en-US" sz="2400" dirty="0">
                <a:solidFill>
                  <a:srgbClr val="FF0000"/>
                </a:solidFill>
                <a:latin typeface="微软雅黑" panose="020B0503020204020204" charset="-122"/>
                <a:ea typeface="微软雅黑" panose="020B0503020204020204" charset="-122"/>
                <a:sym typeface="+mn-ea"/>
              </a:rPr>
              <a:t>将被除数乘以除数的倒数</a:t>
            </a:r>
            <a:r>
              <a:rPr lang="zh-CN" altLang="en-US" sz="2400" dirty="0">
                <a:solidFill>
                  <a:srgbClr val="008080"/>
                </a:solidFill>
                <a:latin typeface="微软雅黑" panose="020B0503020204020204" charset="-122"/>
                <a:ea typeface="微软雅黑" panose="020B0503020204020204" charset="-122"/>
                <a:sym typeface="+mn-ea"/>
              </a:rPr>
              <a:t>。</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举例来说，如果要用 30 除以3，可以容易地计算出3的倒数，"1÷3"，计算的结果近似为0.333，再用30乘以0.333，就可以得到正确的结果 10。</a:t>
            </a:r>
            <a:endParaRPr lang="zh-CN" altLang="en-US"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在整数算术运算中实现倒数相乘要比这个例子复杂得多，因为能使用的数据类型只有整型。</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为了解决这一问题，编译器采用了一种被称为"定点运算</a:t>
            </a:r>
            <a:r>
              <a:rPr lang="en-US" altLang="zh-CN"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008080"/>
                </a:solidFill>
                <a:latin typeface="微软雅黑" panose="020B0503020204020204" charset="-122"/>
                <a:ea typeface="微软雅黑" panose="020B0503020204020204" charset="-122"/>
                <a:sym typeface="+mn-ea"/>
              </a:rPr>
              <a:t>的方法。</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定点算法采用固定的小数点位置。</a:t>
            </a:r>
            <a:r>
              <a:rPr lang="zh-CN" altLang="en-US" sz="2400" dirty="0">
                <a:solidFill>
                  <a:srgbClr val="FF0000"/>
                </a:solidFill>
                <a:latin typeface="微软雅黑" panose="020B0503020204020204" charset="-122"/>
                <a:ea typeface="微软雅黑" panose="020B0503020204020204" charset="-122"/>
                <a:sym typeface="+mn-ea"/>
              </a:rPr>
              <a:t>表示小数时不再用阶码（即小数点在浮点数据类型中的位置），而是要保持小数点的位置不变</a:t>
            </a:r>
            <a:r>
              <a:rPr lang="zh-CN" altLang="en-US" sz="2400" dirty="0">
                <a:solidFill>
                  <a:srgbClr val="008080"/>
                </a:solidFill>
                <a:latin typeface="微软雅黑" panose="020B0503020204020204" charset="-122"/>
                <a:ea typeface="微软雅黑" panose="020B0503020204020204" charset="-122"/>
                <a:sym typeface="+mn-ea"/>
              </a:rPr>
              <a:t>。</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这和硬件浮点数机制截然不同。</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硬件浮点数机制是由硬件负责给整数部分和小数部分分配可用的位。有了这种机制，浮点数就可以表示很大范围的数——从极小的数（在0到1之间的实数）到极大的数（在小数点前有数十个0）。</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用整型数来近似地表示实数，需要在整数中定义一个假想的小数点，用它来确定哪一部分表示的是该实数的整数值而哪一部分表示的是该实数的小数部分。</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FF0000"/>
                </a:solidFill>
                <a:latin typeface="微软雅黑" panose="020B0503020204020204" charset="-122"/>
                <a:ea typeface="微软雅黑" panose="020B0503020204020204" charset="-122"/>
                <a:sym typeface="+mn-ea"/>
              </a:rPr>
              <a:t>实数的整数值就用划分后用于表示整数部分的"位"</a:t>
            </a:r>
            <a:r>
              <a:rPr lang="zh-CN" altLang="en-US" sz="2400" dirty="0">
                <a:solidFill>
                  <a:srgbClr val="008080"/>
                </a:solidFill>
                <a:latin typeface="微软雅黑" panose="020B0503020204020204" charset="-122"/>
                <a:ea typeface="微软雅黑" panose="020B0503020204020204" charset="-122"/>
                <a:sym typeface="+mn-ea"/>
              </a:rPr>
              <a:t>（分配的数量）</a:t>
            </a:r>
            <a:r>
              <a:rPr lang="zh-CN" altLang="en-US" sz="2400" dirty="0">
                <a:solidFill>
                  <a:srgbClr val="FF0000"/>
                </a:solidFill>
                <a:latin typeface="微软雅黑" panose="020B0503020204020204" charset="-122"/>
                <a:ea typeface="微软雅黑" panose="020B0503020204020204" charset="-122"/>
                <a:sym typeface="+mn-ea"/>
              </a:rPr>
              <a:t>按照普通的整型数的方式来表示</a:t>
            </a:r>
            <a:r>
              <a:rPr lang="zh-CN" altLang="en-US" sz="2400" dirty="0">
                <a:solidFill>
                  <a:srgbClr val="008080"/>
                </a:solidFill>
                <a:latin typeface="微软雅黑" panose="020B0503020204020204" charset="-122"/>
                <a:ea typeface="微软雅黑" panose="020B0503020204020204" charset="-122"/>
                <a:sym typeface="+mn-ea"/>
              </a:rPr>
              <a:t>。</a:t>
            </a:r>
            <a:r>
              <a:rPr lang="zh-CN" altLang="en-US" sz="2400" dirty="0">
                <a:solidFill>
                  <a:srgbClr val="FF0000"/>
                </a:solidFill>
                <a:latin typeface="微软雅黑" panose="020B0503020204020204" charset="-122"/>
                <a:ea typeface="微软雅黑" panose="020B0503020204020204" charset="-122"/>
                <a:sym typeface="+mn-ea"/>
              </a:rPr>
              <a:t>实数的小数部分</a:t>
            </a:r>
            <a:r>
              <a:rPr lang="zh-CN" altLang="en-US" sz="2400" dirty="0">
                <a:solidFill>
                  <a:srgbClr val="008080"/>
                </a:solidFill>
                <a:latin typeface="微软雅黑" panose="020B0503020204020204" charset="-122"/>
                <a:ea typeface="微软雅黑" panose="020B0503020204020204" charset="-122"/>
                <a:sym typeface="+mn-ea"/>
              </a:rPr>
              <a:t>尽可能精确地用可用的位数表示出来。</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显然，很多实数值都不能精确地表示，只能近似地表示。</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举例来说，要表示 </a:t>
            </a:r>
            <a:r>
              <a:rPr lang="en-US" altLang="zh-CN" sz="2400" dirty="0">
                <a:solidFill>
                  <a:srgbClr val="008080"/>
                </a:solidFill>
                <a:latin typeface="微软雅黑" panose="020B0503020204020204" charset="-122"/>
                <a:ea typeface="微软雅黑" panose="020B0503020204020204" charset="-122"/>
                <a:sym typeface="+mn-ea"/>
              </a:rPr>
              <a:t>0</a:t>
            </a:r>
            <a:r>
              <a:rPr lang="zh-CN" altLang="en-US" sz="2400" dirty="0">
                <a:solidFill>
                  <a:srgbClr val="008080"/>
                </a:solidFill>
                <a:latin typeface="微软雅黑" panose="020B0503020204020204" charset="-122"/>
                <a:ea typeface="微软雅黑" panose="020B0503020204020204" charset="-122"/>
                <a:sym typeface="+mn-ea"/>
              </a:rPr>
              <a:t>.5，小数值应为0x80 00 </a:t>
            </a:r>
            <a:r>
              <a:rPr lang="en-US" altLang="zh-CN" sz="2400" dirty="0">
                <a:solidFill>
                  <a:srgbClr val="008080"/>
                </a:solidFill>
                <a:latin typeface="微软雅黑" panose="020B0503020204020204" charset="-122"/>
                <a:ea typeface="微软雅黑" panose="020B0503020204020204" charset="-122"/>
                <a:sym typeface="+mn-ea"/>
              </a:rPr>
              <a:t>00 </a:t>
            </a:r>
            <a:r>
              <a:rPr lang="zh-CN" altLang="en-US" sz="2400" dirty="0">
                <a:solidFill>
                  <a:srgbClr val="008080"/>
                </a:solidFill>
                <a:latin typeface="微软雅黑" panose="020B0503020204020204" charset="-122"/>
                <a:ea typeface="微软雅黑" panose="020B0503020204020204" charset="-122"/>
                <a:sym typeface="+mn-ea"/>
              </a:rPr>
              <a:t>00（假定是 32 位的小数值），要表示 </a:t>
            </a:r>
            <a:r>
              <a:rPr lang="en-US" altLang="zh-CN" sz="2400" dirty="0">
                <a:solidFill>
                  <a:srgbClr val="008080"/>
                </a:solidFill>
                <a:latin typeface="微软雅黑" panose="020B0503020204020204" charset="-122"/>
                <a:ea typeface="微软雅黑" panose="020B0503020204020204" charset="-122"/>
                <a:sym typeface="+mn-ea"/>
              </a:rPr>
              <a:t>0</a:t>
            </a:r>
            <a:r>
              <a:rPr lang="zh-CN" altLang="en-US" sz="2400" dirty="0">
                <a:solidFill>
                  <a:srgbClr val="008080"/>
                </a:solidFill>
                <a:latin typeface="微软雅黑" panose="020B0503020204020204" charset="-122"/>
                <a:ea typeface="微软雅黑" panose="020B0503020204020204" charset="-122"/>
                <a:sym typeface="+mn-ea"/>
              </a:rPr>
              <a:t>.1，可以近似为</a:t>
            </a:r>
            <a:r>
              <a:rPr lang="en-US" altLang="zh-CN" sz="2400" dirty="0">
                <a:solidFill>
                  <a:srgbClr val="008080"/>
                </a:solidFill>
                <a:latin typeface="微软雅黑" panose="020B0503020204020204" charset="-122"/>
                <a:ea typeface="微软雅黑" panose="020B0503020204020204" charset="-122"/>
                <a:sym typeface="+mn-ea"/>
              </a:rPr>
              <a:t>0.125</a:t>
            </a:r>
            <a:r>
              <a:rPr lang="zh-CN" altLang="en-US" sz="2400" dirty="0">
                <a:solidFill>
                  <a:srgbClr val="008080"/>
                </a:solidFill>
                <a:latin typeface="微软雅黑" panose="020B0503020204020204" charset="-122"/>
                <a:ea typeface="微软雅黑" panose="020B0503020204020204" charset="-122"/>
                <a:sym typeface="+mn-ea"/>
              </a:rPr>
              <a:t>，其</a:t>
            </a:r>
            <a:r>
              <a:rPr lang="zh-CN" altLang="en-US" sz="2400" dirty="0">
                <a:solidFill>
                  <a:srgbClr val="008080"/>
                </a:solidFill>
                <a:latin typeface="微软雅黑" panose="020B0503020204020204" charset="-122"/>
                <a:ea typeface="微软雅黑" panose="020B0503020204020204" charset="-122"/>
                <a:sym typeface="+mn-ea"/>
              </a:rPr>
              <a:t>小数值应为0x20 00 </a:t>
            </a:r>
            <a:r>
              <a:rPr lang="en-US" altLang="zh-CN" sz="2400" dirty="0">
                <a:solidFill>
                  <a:srgbClr val="008080"/>
                </a:solidFill>
                <a:latin typeface="微软雅黑" panose="020B0503020204020204" charset="-122"/>
                <a:ea typeface="微软雅黑" panose="020B0503020204020204" charset="-122"/>
                <a:sym typeface="+mn-ea"/>
              </a:rPr>
              <a:t>00 0</a:t>
            </a:r>
            <a:r>
              <a:rPr lang="zh-CN" altLang="en-US" sz="2400" dirty="0">
                <a:solidFill>
                  <a:srgbClr val="008080"/>
                </a:solidFill>
                <a:latin typeface="微软雅黑" panose="020B0503020204020204" charset="-122"/>
                <a:ea typeface="微软雅黑" panose="020B0503020204020204" charset="-122"/>
                <a:sym typeface="+mn-ea"/>
              </a:rPr>
              <a:t>0（）。</a:t>
            </a:r>
            <a:endParaRPr lang="zh-CN" altLang="en-US" sz="24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400" dirty="0" smtClean="0">
                <a:solidFill>
                  <a:srgbClr val="FF0000"/>
                </a:solidFill>
                <a:latin typeface="微软雅黑" panose="020B0503020204020204" charset="-122"/>
                <a:ea typeface="微软雅黑" panose="020B0503020204020204" charset="-122"/>
                <a:sym typeface="+mn-ea"/>
              </a:rPr>
              <a:t>0.125*2=0.25</a:t>
            </a:r>
            <a:r>
              <a:rPr lang="zh-CN" altLang="en-US" sz="2400" dirty="0" smtClean="0">
                <a:solidFill>
                  <a:srgbClr val="FF0000"/>
                </a:solidFill>
                <a:latin typeface="微软雅黑" panose="020B0503020204020204" charset="-122"/>
                <a:ea typeface="微软雅黑" panose="020B0503020204020204" charset="-122"/>
                <a:sym typeface="+mn-ea"/>
              </a:rPr>
              <a:t>，取整数部分</a:t>
            </a:r>
            <a:r>
              <a:rPr lang="en-US" altLang="zh-CN" sz="2400" dirty="0" smtClean="0">
                <a:solidFill>
                  <a:srgbClr val="FF0000"/>
                </a:solidFill>
                <a:latin typeface="微软雅黑" panose="020B0503020204020204" charset="-122"/>
                <a:ea typeface="微软雅黑" panose="020B0503020204020204" charset="-122"/>
                <a:sym typeface="+mn-ea"/>
              </a:rPr>
              <a:t>0</a:t>
            </a:r>
            <a:r>
              <a:rPr lang="zh-CN" altLang="en-US" sz="2400" dirty="0" smtClean="0">
                <a:solidFill>
                  <a:srgbClr val="FF0000"/>
                </a:solidFill>
                <a:latin typeface="微软雅黑" panose="020B0503020204020204" charset="-122"/>
                <a:ea typeface="微软雅黑" panose="020B0503020204020204" charset="-122"/>
                <a:sym typeface="+mn-ea"/>
              </a:rPr>
              <a:t>；</a:t>
            </a:r>
            <a:r>
              <a:rPr lang="en-US" altLang="zh-CN" sz="2400" dirty="0" smtClean="0">
                <a:solidFill>
                  <a:srgbClr val="FF0000"/>
                </a:solidFill>
                <a:latin typeface="微软雅黑" panose="020B0503020204020204" charset="-122"/>
                <a:ea typeface="微软雅黑" panose="020B0503020204020204" charset="-122"/>
                <a:sym typeface="+mn-ea"/>
              </a:rPr>
              <a:t>0.25*2=0.5</a:t>
            </a:r>
            <a:r>
              <a:rPr lang="zh-CN" altLang="en-US" sz="2400" dirty="0" smtClean="0">
                <a:solidFill>
                  <a:srgbClr val="FF0000"/>
                </a:solidFill>
                <a:latin typeface="微软雅黑" panose="020B0503020204020204" charset="-122"/>
                <a:ea typeface="微软雅黑" panose="020B0503020204020204" charset="-122"/>
                <a:sym typeface="+mn-ea"/>
              </a:rPr>
              <a:t>，取</a:t>
            </a:r>
            <a:r>
              <a:rPr lang="en-US" altLang="zh-CN" sz="2400" dirty="0" smtClean="0">
                <a:solidFill>
                  <a:srgbClr val="FF0000"/>
                </a:solidFill>
                <a:latin typeface="微软雅黑" panose="020B0503020204020204" charset="-122"/>
                <a:ea typeface="微软雅黑" panose="020B0503020204020204" charset="-122"/>
                <a:sym typeface="+mn-ea"/>
              </a:rPr>
              <a:t>0</a:t>
            </a:r>
            <a:r>
              <a:rPr lang="zh-CN" altLang="en-US" sz="2400" dirty="0" smtClean="0">
                <a:solidFill>
                  <a:srgbClr val="FF0000"/>
                </a:solidFill>
                <a:latin typeface="微软雅黑" panose="020B0503020204020204" charset="-122"/>
                <a:ea typeface="微软雅黑" panose="020B0503020204020204" charset="-122"/>
                <a:sym typeface="+mn-ea"/>
              </a:rPr>
              <a:t>；</a:t>
            </a:r>
            <a:r>
              <a:rPr lang="en-US" altLang="zh-CN" sz="2400" dirty="0" smtClean="0">
                <a:solidFill>
                  <a:srgbClr val="FF0000"/>
                </a:solidFill>
                <a:latin typeface="微软雅黑" panose="020B0503020204020204" charset="-122"/>
                <a:ea typeface="微软雅黑" panose="020B0503020204020204" charset="-122"/>
                <a:sym typeface="+mn-ea"/>
              </a:rPr>
              <a:t>0.5*2=1</a:t>
            </a:r>
            <a:r>
              <a:rPr lang="zh-CN" altLang="en-US" sz="2400" dirty="0" smtClean="0">
                <a:solidFill>
                  <a:srgbClr val="FF0000"/>
                </a:solidFill>
                <a:latin typeface="微软雅黑" panose="020B0503020204020204" charset="-122"/>
                <a:ea typeface="微软雅黑" panose="020B0503020204020204" charset="-122"/>
                <a:sym typeface="+mn-ea"/>
              </a:rPr>
              <a:t>，取</a:t>
            </a:r>
            <a:r>
              <a:rPr lang="en-US" altLang="zh-CN" sz="2400" dirty="0" smtClean="0">
                <a:solidFill>
                  <a:srgbClr val="FF0000"/>
                </a:solidFill>
                <a:latin typeface="微软雅黑" panose="020B0503020204020204" charset="-122"/>
                <a:ea typeface="微软雅黑" panose="020B0503020204020204" charset="-122"/>
                <a:sym typeface="+mn-ea"/>
              </a:rPr>
              <a:t>1</a:t>
            </a:r>
            <a:r>
              <a:rPr lang="zh-CN" altLang="en-US" sz="2400" dirty="0" smtClean="0">
                <a:solidFill>
                  <a:srgbClr val="FF0000"/>
                </a:solidFill>
                <a:latin typeface="微软雅黑" panose="020B0503020204020204" charset="-122"/>
                <a:ea typeface="微软雅黑" panose="020B0503020204020204" charset="-122"/>
                <a:sym typeface="+mn-ea"/>
              </a:rPr>
              <a:t>。所以</a:t>
            </a:r>
            <a:r>
              <a:rPr lang="en-US" altLang="zh-CN" sz="2400" dirty="0" smtClean="0">
                <a:solidFill>
                  <a:srgbClr val="FF0000"/>
                </a:solidFill>
                <a:latin typeface="微软雅黑" panose="020B0503020204020204" charset="-122"/>
                <a:ea typeface="微软雅黑" panose="020B0503020204020204" charset="-122"/>
                <a:sym typeface="+mn-ea"/>
              </a:rPr>
              <a:t>0.125</a:t>
            </a:r>
            <a:r>
              <a:rPr lang="zh-CN" altLang="en-US" sz="2400" dirty="0" smtClean="0">
                <a:solidFill>
                  <a:srgbClr val="FF0000"/>
                </a:solidFill>
                <a:latin typeface="微软雅黑" panose="020B0503020204020204" charset="-122"/>
                <a:ea typeface="微软雅黑" panose="020B0503020204020204" charset="-122"/>
                <a:sym typeface="+mn-ea"/>
              </a:rPr>
              <a:t>的二进制结果为</a:t>
            </a:r>
            <a:r>
              <a:rPr lang="en-US" altLang="zh-CN" sz="2400" dirty="0" smtClean="0">
                <a:solidFill>
                  <a:srgbClr val="FF0000"/>
                </a:solidFill>
                <a:latin typeface="微软雅黑" panose="020B0503020204020204" charset="-122"/>
                <a:ea typeface="微软雅黑" panose="020B0503020204020204" charset="-122"/>
                <a:sym typeface="+mn-ea"/>
              </a:rPr>
              <a:t>0.001</a:t>
            </a:r>
            <a:r>
              <a:rPr lang="zh-CN" altLang="en-US" sz="2400" dirty="0" smtClean="0">
                <a:solidFill>
                  <a:srgbClr val="FF0000"/>
                </a:solidFill>
                <a:latin typeface="微软雅黑" panose="020B0503020204020204" charset="-122"/>
                <a:ea typeface="微软雅黑" panose="020B0503020204020204" charset="-122"/>
                <a:sym typeface="+mn-ea"/>
              </a:rPr>
              <a:t>（</a:t>
            </a:r>
            <a:r>
              <a:rPr lang="en-US" altLang="zh-CN" sz="2400" dirty="0" smtClean="0">
                <a:solidFill>
                  <a:srgbClr val="FF0000"/>
                </a:solidFill>
                <a:latin typeface="微软雅黑" panose="020B0503020204020204" charset="-122"/>
                <a:ea typeface="微软雅黑" panose="020B0503020204020204" charset="-122"/>
                <a:sym typeface="+mn-ea"/>
              </a:rPr>
              <a:t>.0010 0000 0000 0000 0000 0000 0000 0000</a:t>
            </a:r>
            <a:r>
              <a:rPr lang="zh-CN" altLang="en-US" sz="2400" dirty="0" smtClean="0">
                <a:solidFill>
                  <a:srgbClr val="FF0000"/>
                </a:solidFill>
                <a:latin typeface="微软雅黑" panose="020B0503020204020204" charset="-122"/>
                <a:ea typeface="微软雅黑" panose="020B0503020204020204" charset="-122"/>
                <a:sym typeface="+mn-ea"/>
              </a:rPr>
              <a:t>）</a:t>
            </a:r>
            <a:endParaRPr lang="zh-CN" altLang="en-US" sz="2400" dirty="0" smtClean="0">
              <a:solidFill>
                <a:srgbClr val="FF0000"/>
              </a:solidFill>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4" name="内容占位符 2"/>
          <p:cNvSpPr>
            <a:spLocks noGrp="1"/>
          </p:cNvSpPr>
          <p:nvPr/>
        </p:nvSpPr>
        <p:spPr>
          <a:xfrm>
            <a:off x="654050" y="1074420"/>
            <a:ext cx="11099165" cy="56762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再回到我们原来的问题上，为了用乘法来实现除 32位被除数的除法运算，</a:t>
            </a:r>
            <a:r>
              <a:rPr lang="zh-CN" altLang="en-US" sz="2400" dirty="0">
                <a:solidFill>
                  <a:srgbClr val="FF0000"/>
                </a:solidFill>
                <a:latin typeface="微软雅黑" panose="020B0503020204020204" charset="-122"/>
                <a:ea typeface="微软雅黑" panose="020B0503020204020204" charset="-122"/>
                <a:sym typeface="+mn-ea"/>
              </a:rPr>
              <a:t>编译器会为被除数乘上一个32位的倒数，相乘的结果是一个64位的数</a:t>
            </a:r>
            <a:r>
              <a:rPr lang="zh-CN" altLang="en-US" sz="2400" dirty="0">
                <a:solidFill>
                  <a:srgbClr val="008080"/>
                </a:solidFill>
                <a:latin typeface="微软雅黑" panose="020B0503020204020204" charset="-122"/>
                <a:ea typeface="微软雅黑" panose="020B0503020204020204" charset="-122"/>
                <a:sym typeface="+mn-ea"/>
              </a:rPr>
              <a:t>，其中低32位是余数（也是用一个小数值来表示的），高 32 位就是我们要的结果。</a:t>
            </a:r>
            <a:endParaRPr lang="zh-CN" altLang="en-US" sz="2400" dirty="0">
              <a:solidFill>
                <a:srgbClr val="008080"/>
              </a:solidFill>
              <a:latin typeface="微软雅黑" panose="020B0503020204020204" charset="-122"/>
              <a:ea typeface="微软雅黑" panose="020B0503020204020204" charset="-122"/>
            </a:endParaRPr>
          </a:p>
          <a:p>
            <a:pPr eaLnBrk="1" latinLnBrk="0" hangingPunct="1">
              <a:lnSpc>
                <a:spcPct val="130000"/>
              </a:lnSpc>
              <a:spcBef>
                <a:spcPts val="0"/>
              </a:spcBef>
            </a:pPr>
            <a:r>
              <a:rPr lang="zh-CN" altLang="en-US" sz="2400" dirty="0">
                <a:solidFill>
                  <a:srgbClr val="008080"/>
                </a:solidFill>
                <a:latin typeface="微软雅黑" panose="020B0503020204020204" charset="-122"/>
                <a:ea typeface="微软雅黑" panose="020B0503020204020204" charset="-122"/>
                <a:sym typeface="+mn-ea"/>
              </a:rPr>
              <a:t>看一下左边的代码，这段代码干了什么事？</a:t>
            </a:r>
            <a:endParaRPr lang="zh-CN" sz="2400" dirty="0" smtClean="0">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3"/>
          <a:stretch>
            <a:fillRect/>
          </a:stretch>
        </p:blipFill>
        <p:spPr>
          <a:xfrm>
            <a:off x="654050" y="3009265"/>
            <a:ext cx="3090545" cy="3446145"/>
          </a:xfrm>
          <a:prstGeom prst="rect">
            <a:avLst/>
          </a:prstGeom>
        </p:spPr>
      </p:pic>
      <p:pic>
        <p:nvPicPr>
          <p:cNvPr id="11" name="图片 10"/>
          <p:cNvPicPr>
            <a:picLocks noChangeAspect="1"/>
          </p:cNvPicPr>
          <p:nvPr/>
        </p:nvPicPr>
        <p:blipFill>
          <a:blip r:embed="rId14"/>
          <a:stretch>
            <a:fillRect/>
          </a:stretch>
        </p:blipFill>
        <p:spPr>
          <a:xfrm>
            <a:off x="4211955" y="3321685"/>
            <a:ext cx="6237605" cy="1730375"/>
          </a:xfrm>
          <a:prstGeom prst="rect">
            <a:avLst/>
          </a:prstGeom>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7169" name="Rectangle 3"/>
          <p:cNvSpPr>
            <a:spLocks noGrp="1"/>
          </p:cNvSpPr>
          <p:nvPr/>
        </p:nvSpPr>
        <p:spPr>
          <a:xfrm>
            <a:off x="381000" y="960120"/>
            <a:ext cx="8382000" cy="1954530"/>
          </a:xfrm>
          <a:prstGeom prst="rect">
            <a:avLst/>
          </a:prstGeom>
          <a:noFill/>
          <a:ln w="9525">
            <a:noFill/>
          </a:ln>
        </p:spPr>
        <p:txBody>
          <a:bodyPr wrap="square"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68DB8BADh与除数</a:t>
            </a:r>
            <a:r>
              <a:rPr lang="en-US" altLang="zh-CN" sz="2200" dirty="0">
                <a:solidFill>
                  <a:srgbClr val="008080"/>
                </a:solidFill>
                <a:latin typeface="微软雅黑" panose="020B0503020204020204" charset="-122"/>
                <a:ea typeface="微软雅黑" panose="020B0503020204020204" charset="-122"/>
                <a:sym typeface="+mn-ea"/>
              </a:rPr>
              <a:t>10000</a:t>
            </a:r>
            <a:r>
              <a:rPr lang="zh-CN" altLang="en-US" sz="2200" dirty="0">
                <a:solidFill>
                  <a:srgbClr val="008080"/>
                </a:solidFill>
                <a:latin typeface="微软雅黑" panose="020B0503020204020204" charset="-122"/>
                <a:ea typeface="微软雅黑" panose="020B0503020204020204" charset="-122"/>
                <a:sym typeface="+mn-ea"/>
              </a:rPr>
              <a:t>（</a:t>
            </a:r>
            <a:r>
              <a:rPr lang="en-US" altLang="zh-CN" sz="2200" dirty="0">
                <a:solidFill>
                  <a:srgbClr val="008080"/>
                </a:solidFill>
                <a:latin typeface="微软雅黑" panose="020B0503020204020204" charset="-122"/>
                <a:ea typeface="微软雅黑" panose="020B0503020204020204" charset="-122"/>
                <a:sym typeface="+mn-ea"/>
              </a:rPr>
              <a:t>2710h</a:t>
            </a:r>
            <a:r>
              <a:rPr lang="zh-CN" altLang="en-US" sz="2200" dirty="0">
                <a:solidFill>
                  <a:srgbClr val="008080"/>
                </a:solidFill>
                <a:latin typeface="微软雅黑" panose="020B0503020204020204" charset="-122"/>
                <a:ea typeface="微软雅黑" panose="020B0503020204020204" charset="-122"/>
                <a:sym typeface="+mn-ea"/>
              </a:rPr>
              <a:t>）</a:t>
            </a:r>
            <a:r>
              <a:rPr lang="zh-CN" altLang="en-US" sz="2200" dirty="0">
                <a:solidFill>
                  <a:srgbClr val="008080"/>
                </a:solidFill>
                <a:latin typeface="微软雅黑" panose="020B0503020204020204" charset="-122"/>
                <a:ea typeface="微软雅黑" panose="020B0503020204020204" charset="-122"/>
                <a:sym typeface="+mn-ea"/>
              </a:rPr>
              <a:t>什么关系</a:t>
            </a:r>
            <a:r>
              <a:rPr lang="zh-CN" altLang="en-US" sz="2200" dirty="0">
                <a:solidFill>
                  <a:srgbClr val="008080"/>
                </a:solidFill>
                <a:latin typeface="微软雅黑" panose="020B0503020204020204" charset="-122"/>
                <a:ea typeface="微软雅黑" panose="020B0503020204020204" charset="-122"/>
                <a:sym typeface="+mn-ea"/>
              </a:rPr>
              <a:t>？</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8080"/>
                </a:solidFill>
                <a:latin typeface="微软雅黑" panose="020B0503020204020204" charset="-122"/>
                <a:ea typeface="微软雅黑" panose="020B0503020204020204" charset="-122"/>
                <a:sym typeface="+mn-ea"/>
              </a:rPr>
              <a:t>10000=625*2</a:t>
            </a:r>
            <a:r>
              <a:rPr lang="en-US" altLang="zh-CN" sz="2200" baseline="30000" dirty="0">
                <a:solidFill>
                  <a:srgbClr val="008080"/>
                </a:solidFill>
                <a:latin typeface="微软雅黑" panose="020B0503020204020204" charset="-122"/>
                <a:ea typeface="微软雅黑" panose="020B0503020204020204" charset="-122"/>
                <a:sym typeface="+mn-ea"/>
              </a:rPr>
              <a:t>4</a:t>
            </a:r>
            <a:r>
              <a:rPr lang="en-US" altLang="zh-CN" sz="2200" dirty="0">
                <a:solidFill>
                  <a:srgbClr val="008080"/>
                </a:solidFill>
                <a:latin typeface="微软雅黑" panose="020B0503020204020204" charset="-122"/>
                <a:ea typeface="微软雅黑" panose="020B0503020204020204" charset="-122"/>
                <a:sym typeface="+mn-ea"/>
              </a:rPr>
              <a:t>, </a:t>
            </a:r>
            <a:endParaRPr lang="en-US" altLang="zh-CN"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8080"/>
                </a:solidFill>
                <a:latin typeface="微软雅黑" panose="020B0503020204020204" charset="-122"/>
                <a:ea typeface="微软雅黑" panose="020B0503020204020204" charset="-122"/>
                <a:sym typeface="+mn-ea"/>
              </a:rPr>
              <a:t>1/10000 = (1/625) / </a:t>
            </a:r>
            <a:r>
              <a:rPr lang="en-US" altLang="zh-CN" sz="2200" dirty="0">
                <a:solidFill>
                  <a:srgbClr val="008080"/>
                </a:solidFill>
                <a:latin typeface="微软雅黑" panose="020B0503020204020204" charset="-122"/>
                <a:ea typeface="微软雅黑" panose="020B0503020204020204" charset="-122"/>
                <a:sym typeface="+mn-ea"/>
              </a:rPr>
              <a:t>2</a:t>
            </a:r>
            <a:r>
              <a:rPr lang="en-US" altLang="zh-CN" sz="2200" baseline="30000" dirty="0">
                <a:solidFill>
                  <a:srgbClr val="008080"/>
                </a:solidFill>
                <a:latin typeface="微软雅黑" panose="020B0503020204020204" charset="-122"/>
                <a:ea typeface="微软雅黑" panose="020B0503020204020204" charset="-122"/>
                <a:sym typeface="+mn-ea"/>
              </a:rPr>
              <a:t>4</a:t>
            </a:r>
            <a:r>
              <a:rPr lang="en-US" altLang="zh-CN" sz="2200" dirty="0">
                <a:solidFill>
                  <a:srgbClr val="008080"/>
                </a:solidFill>
                <a:latin typeface="微软雅黑" panose="020B0503020204020204" charset="-122"/>
                <a:ea typeface="微软雅黑" panose="020B0503020204020204" charset="-122"/>
                <a:sym typeface="+mn-ea"/>
              </a:rPr>
              <a:t> =0.0016 * 2</a:t>
            </a:r>
            <a:r>
              <a:rPr lang="en-US" altLang="zh-CN" sz="2200" baseline="30000" dirty="0">
                <a:solidFill>
                  <a:srgbClr val="008080"/>
                </a:solidFill>
                <a:latin typeface="微软雅黑" panose="020B0503020204020204" charset="-122"/>
                <a:ea typeface="微软雅黑" panose="020B0503020204020204" charset="-122"/>
                <a:sym typeface="+mn-ea"/>
              </a:rPr>
              <a:t>8</a:t>
            </a:r>
            <a:r>
              <a:rPr lang="en-US" altLang="zh-CN" sz="2200" dirty="0">
                <a:solidFill>
                  <a:srgbClr val="008080"/>
                </a:solidFill>
                <a:latin typeface="微软雅黑" panose="020B0503020204020204" charset="-122"/>
                <a:ea typeface="微软雅黑" panose="020B0503020204020204" charset="-122"/>
                <a:sym typeface="+mn-ea"/>
              </a:rPr>
              <a:t> / </a:t>
            </a:r>
            <a:r>
              <a:rPr lang="en-US" altLang="zh-CN" sz="2200" dirty="0">
                <a:solidFill>
                  <a:srgbClr val="008080"/>
                </a:solidFill>
                <a:latin typeface="微软雅黑" panose="020B0503020204020204" charset="-122"/>
                <a:ea typeface="微软雅黑" panose="020B0503020204020204" charset="-122"/>
                <a:sym typeface="+mn-ea"/>
              </a:rPr>
              <a:t>2</a:t>
            </a:r>
            <a:r>
              <a:rPr lang="en-US" altLang="zh-CN" sz="2200" baseline="30000" dirty="0">
                <a:solidFill>
                  <a:srgbClr val="008080"/>
                </a:solidFill>
                <a:latin typeface="微软雅黑" panose="020B0503020204020204" charset="-122"/>
                <a:ea typeface="微软雅黑" panose="020B0503020204020204" charset="-122"/>
                <a:sym typeface="+mn-ea"/>
              </a:rPr>
              <a:t>12</a:t>
            </a:r>
            <a:endParaRPr lang="en-US" altLang="zh-CN"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8080"/>
                </a:solidFill>
                <a:latin typeface="微软雅黑" panose="020B0503020204020204" charset="-122"/>
                <a:ea typeface="微软雅黑" panose="020B0503020204020204" charset="-122"/>
                <a:sym typeface="+mn-ea"/>
              </a:rPr>
              <a:t>0.0016</a:t>
            </a:r>
            <a:r>
              <a:rPr lang="zh-CN" altLang="en-US" sz="2200" dirty="0">
                <a:solidFill>
                  <a:srgbClr val="008080"/>
                </a:solidFill>
                <a:latin typeface="微软雅黑" panose="020B0503020204020204" charset="-122"/>
                <a:ea typeface="微软雅黑" panose="020B0503020204020204" charset="-122"/>
                <a:sym typeface="+mn-ea"/>
              </a:rPr>
              <a:t>用</a:t>
            </a:r>
            <a:r>
              <a:rPr lang="en-US" altLang="zh-CN" sz="2200" dirty="0">
                <a:solidFill>
                  <a:srgbClr val="008080"/>
                </a:solidFill>
                <a:latin typeface="微软雅黑" panose="020B0503020204020204" charset="-122"/>
                <a:ea typeface="微软雅黑" panose="020B0503020204020204" charset="-122"/>
                <a:sym typeface="+mn-ea"/>
              </a:rPr>
              <a:t>32</a:t>
            </a:r>
            <a:r>
              <a:rPr lang="zh-CN" altLang="en-US" sz="2200" dirty="0">
                <a:solidFill>
                  <a:srgbClr val="008080"/>
                </a:solidFill>
                <a:latin typeface="微软雅黑" panose="020B0503020204020204" charset="-122"/>
                <a:ea typeface="微软雅黑" panose="020B0503020204020204" charset="-122"/>
                <a:sym typeface="+mn-ea"/>
              </a:rPr>
              <a:t>位的小数表示：</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endParaRPr lang="en-US" altLang="zh-CN" sz="2200" dirty="0">
              <a:solidFill>
                <a:srgbClr val="008080"/>
              </a:solidFill>
              <a:latin typeface="微软雅黑" panose="020B0503020204020204" charset="-122"/>
              <a:ea typeface="微软雅黑" panose="020B0503020204020204" charset="-122"/>
              <a:sym typeface="+mn-ea"/>
            </a:endParaRPr>
          </a:p>
        </p:txBody>
      </p:sp>
      <p:pic>
        <p:nvPicPr>
          <p:cNvPr id="12" name="图片 11"/>
          <p:cNvPicPr>
            <a:picLocks noChangeAspect="1"/>
          </p:cNvPicPr>
          <p:nvPr/>
        </p:nvPicPr>
        <p:blipFill>
          <a:blip r:embed="rId13"/>
          <a:stretch>
            <a:fillRect/>
          </a:stretch>
        </p:blipFill>
        <p:spPr>
          <a:xfrm>
            <a:off x="6550660" y="2110740"/>
            <a:ext cx="4022725" cy="3058160"/>
          </a:xfrm>
          <a:prstGeom prst="rect">
            <a:avLst/>
          </a:prstGeom>
        </p:spPr>
      </p:pic>
      <p:pic>
        <p:nvPicPr>
          <p:cNvPr id="13" name="图片 12"/>
          <p:cNvPicPr>
            <a:picLocks noChangeAspect="1"/>
          </p:cNvPicPr>
          <p:nvPr/>
        </p:nvPicPr>
        <p:blipFill>
          <a:blip r:embed="rId14"/>
          <a:stretch>
            <a:fillRect/>
          </a:stretch>
        </p:blipFill>
        <p:spPr>
          <a:xfrm>
            <a:off x="969645" y="5419725"/>
            <a:ext cx="8102600" cy="848360"/>
          </a:xfrm>
          <a:prstGeom prst="rect">
            <a:avLst/>
          </a:prstGeom>
        </p:spPr>
      </p:pic>
      <p:sp>
        <p:nvSpPr>
          <p:cNvPr id="3" name="文本框 2"/>
          <p:cNvSpPr txBox="1"/>
          <p:nvPr/>
        </p:nvSpPr>
        <p:spPr>
          <a:xfrm>
            <a:off x="939800" y="3475990"/>
            <a:ext cx="4055110" cy="1291590"/>
          </a:xfrm>
          <a:prstGeom prst="rect">
            <a:avLst/>
          </a:prstGeom>
          <a:noFill/>
        </p:spPr>
        <p:txBody>
          <a:bodyPr wrap="none" rtlCol="0">
            <a:spAutoFit/>
          </a:bodyPr>
          <a:p>
            <a:pPr algn="l" eaLnBrk="1" latinLnBrk="0" hangingPunct="1">
              <a:lnSpc>
                <a:spcPct val="130000"/>
              </a:lnSpc>
              <a:spcBef>
                <a:spcPts val="0"/>
              </a:spcBef>
            </a:pPr>
            <a:r>
              <a:rPr lang="en-US" altLang="zh-CN" sz="2000" dirty="0">
                <a:solidFill>
                  <a:srgbClr val="008080"/>
                </a:solidFill>
                <a:latin typeface="微软雅黑" panose="020B0503020204020204" charset="-122"/>
                <a:ea typeface="微软雅黑" panose="020B0503020204020204" charset="-122"/>
                <a:sym typeface="+mn-ea"/>
              </a:rPr>
              <a:t>1/10000 = (0.0016 * 2</a:t>
            </a:r>
            <a:r>
              <a:rPr lang="en-US" altLang="zh-CN" sz="2000" baseline="30000" dirty="0">
                <a:solidFill>
                  <a:srgbClr val="008080"/>
                </a:solidFill>
                <a:latin typeface="微软雅黑" panose="020B0503020204020204" charset="-122"/>
                <a:ea typeface="微软雅黑" panose="020B0503020204020204" charset="-122"/>
                <a:sym typeface="+mn-ea"/>
              </a:rPr>
              <a:t>8</a:t>
            </a:r>
            <a:r>
              <a:rPr lang="en-US" altLang="zh-CN" sz="2000" dirty="0">
                <a:solidFill>
                  <a:srgbClr val="008080"/>
                </a:solidFill>
                <a:latin typeface="微软雅黑" panose="020B0503020204020204" charset="-122"/>
                <a:ea typeface="微软雅黑" panose="020B0503020204020204" charset="-122"/>
                <a:sym typeface="+mn-ea"/>
              </a:rPr>
              <a:t>) /  2</a:t>
            </a:r>
            <a:r>
              <a:rPr lang="en-US" altLang="zh-CN" sz="2000" baseline="30000" dirty="0">
                <a:solidFill>
                  <a:srgbClr val="008080"/>
                </a:solidFill>
                <a:latin typeface="微软雅黑" panose="020B0503020204020204" charset="-122"/>
                <a:ea typeface="微软雅黑" panose="020B0503020204020204" charset="-122"/>
                <a:sym typeface="+mn-ea"/>
              </a:rPr>
              <a:t>12</a:t>
            </a:r>
            <a:endParaRPr lang="en-US" altLang="zh-CN" sz="2000" baseline="30000" dirty="0">
              <a:solidFill>
                <a:srgbClr val="008080"/>
              </a:solidFill>
              <a:latin typeface="微软雅黑" panose="020B0503020204020204" charset="-122"/>
              <a:ea typeface="微软雅黑" panose="020B0503020204020204" charset="-122"/>
              <a:sym typeface="+mn-ea"/>
            </a:endParaRPr>
          </a:p>
          <a:p>
            <a:pPr algn="l" eaLnBrk="1" latinLnBrk="0" hangingPunct="1">
              <a:lnSpc>
                <a:spcPct val="130000"/>
              </a:lnSpc>
              <a:spcBef>
                <a:spcPts val="0"/>
              </a:spcBef>
            </a:pPr>
            <a:r>
              <a:rPr lang="en-US" altLang="zh-CN" sz="2000"/>
              <a:t>            = (0.0016 &lt;&lt; 8) &gt;&gt; 12        </a:t>
            </a:r>
            <a:endParaRPr lang="en-US" altLang="zh-CN" sz="2000"/>
          </a:p>
          <a:p>
            <a:pPr algn="l" eaLnBrk="1" latinLnBrk="0" hangingPunct="1">
              <a:lnSpc>
                <a:spcPct val="130000"/>
              </a:lnSpc>
              <a:spcBef>
                <a:spcPts val="0"/>
              </a:spcBef>
            </a:pPr>
            <a:r>
              <a:rPr lang="en-US" altLang="zh-CN" sz="2000"/>
              <a:t>            = 0x68db8bac &gt;&gt; 0x0C</a:t>
            </a:r>
            <a:endParaRPr lang="en-US" altLang="zh-CN" sz="2000"/>
          </a:p>
        </p:txBody>
      </p:sp>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 grpId="0" uiExpand="1" build="p"/>
      <p:bldP spid="7169" grpId="1" build="p"/>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990590" y="960120"/>
            <a:ext cx="5289550" cy="3310255"/>
          </a:xfrm>
          <a:prstGeom prst="rect">
            <a:avLst/>
          </a:prstGeom>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3" name="Rectangle 3"/>
          <p:cNvSpPr>
            <a:spLocks noGrp="1"/>
          </p:cNvSpPr>
          <p:nvPr/>
        </p:nvSpPr>
        <p:spPr>
          <a:xfrm>
            <a:off x="381000" y="960120"/>
            <a:ext cx="5610225" cy="5359400"/>
          </a:xfrm>
          <a:prstGeom prst="rect">
            <a:avLst/>
          </a:prstGeom>
          <a:noFill/>
          <a:ln w="9525">
            <a:noFill/>
          </a:ln>
        </p:spPr>
        <p:txBody>
          <a:bodyPr wrap="square"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再回到我们原来的代码</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代码中直接取edx相当于&gt;&gt;32，然后再sar edx, </a:t>
            </a:r>
            <a:r>
              <a:rPr lang="en-US" altLang="zh-CN" sz="2200" dirty="0">
                <a:solidFill>
                  <a:srgbClr val="008080"/>
                </a:solidFill>
                <a:latin typeface="微软雅黑" panose="020B0503020204020204" charset="-122"/>
                <a:ea typeface="微软雅黑" panose="020B0503020204020204" charset="-122"/>
                <a:sym typeface="+mn-ea"/>
              </a:rPr>
              <a:t>0Ch</a:t>
            </a:r>
            <a:r>
              <a:rPr lang="zh-CN" altLang="en-US" sz="2200" dirty="0">
                <a:solidFill>
                  <a:srgbClr val="008080"/>
                </a:solidFill>
                <a:latin typeface="微软雅黑" panose="020B0503020204020204" charset="-122"/>
                <a:ea typeface="微软雅黑" panose="020B0503020204020204" charset="-122"/>
                <a:sym typeface="+mn-ea"/>
              </a:rPr>
              <a:t>，总体右移了</a:t>
            </a:r>
            <a:r>
              <a:rPr lang="en-US" altLang="zh-CN" sz="2200" dirty="0">
                <a:solidFill>
                  <a:srgbClr val="008080"/>
                </a:solidFill>
                <a:latin typeface="微软雅黑" panose="020B0503020204020204" charset="-122"/>
                <a:ea typeface="微软雅黑" panose="020B0503020204020204" charset="-122"/>
                <a:sym typeface="+mn-ea"/>
              </a:rPr>
              <a:t>44</a:t>
            </a:r>
            <a:r>
              <a:rPr lang="zh-CN" altLang="en-US" sz="2200" dirty="0">
                <a:solidFill>
                  <a:srgbClr val="008080"/>
                </a:solidFill>
                <a:latin typeface="微软雅黑" panose="020B0503020204020204" charset="-122"/>
                <a:ea typeface="微软雅黑" panose="020B0503020204020204" charset="-122"/>
                <a:sym typeface="+mn-ea"/>
              </a:rPr>
              <a:t>位（</a:t>
            </a:r>
            <a:r>
              <a:rPr lang="en-US" altLang="zh-CN" sz="2200" dirty="0">
                <a:solidFill>
                  <a:srgbClr val="008080"/>
                </a:solidFill>
                <a:latin typeface="微软雅黑" panose="020B0503020204020204" charset="-122"/>
                <a:ea typeface="微软雅黑" panose="020B0503020204020204" charset="-122"/>
                <a:sym typeface="+mn-ea"/>
              </a:rPr>
              <a:t>32+12</a:t>
            </a:r>
            <a:r>
              <a:rPr lang="zh-CN" altLang="en-US" sz="2200" dirty="0">
                <a:solidFill>
                  <a:srgbClr val="008080"/>
                </a:solidFill>
                <a:latin typeface="微软雅黑" panose="020B0503020204020204" charset="-122"/>
                <a:ea typeface="微软雅黑" panose="020B0503020204020204" charset="-122"/>
                <a:sym typeface="+mn-ea"/>
              </a:rPr>
              <a:t>）</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为什么是右移</a:t>
            </a:r>
            <a:r>
              <a:rPr lang="en-US" altLang="zh-CN" sz="2200" dirty="0">
                <a:solidFill>
                  <a:srgbClr val="008080"/>
                </a:solidFill>
                <a:latin typeface="微软雅黑" panose="020B0503020204020204" charset="-122"/>
                <a:ea typeface="微软雅黑" panose="020B0503020204020204" charset="-122"/>
                <a:sym typeface="+mn-ea"/>
              </a:rPr>
              <a:t>12</a:t>
            </a:r>
            <a:r>
              <a:rPr lang="zh-CN" altLang="en-US" sz="2200" dirty="0">
                <a:solidFill>
                  <a:srgbClr val="008080"/>
                </a:solidFill>
                <a:latin typeface="微软雅黑" panose="020B0503020204020204" charset="-122"/>
                <a:ea typeface="微软雅黑" panose="020B0503020204020204" charset="-122"/>
                <a:sym typeface="+mn-ea"/>
              </a:rPr>
              <a:t>位呢，因为这个数是</a:t>
            </a:r>
            <a:r>
              <a:rPr lang="en-US" altLang="zh-CN" sz="2200" dirty="0">
                <a:solidFill>
                  <a:srgbClr val="008080"/>
                </a:solidFill>
                <a:latin typeface="微软雅黑" panose="020B0503020204020204" charset="-122"/>
                <a:ea typeface="微软雅黑" panose="020B0503020204020204" charset="-122"/>
                <a:sym typeface="+mn-ea"/>
              </a:rPr>
              <a:t>1/625</a:t>
            </a:r>
            <a:r>
              <a:rPr lang="zh-CN" altLang="en-US" sz="2200" dirty="0">
                <a:solidFill>
                  <a:srgbClr val="008080"/>
                </a:solidFill>
                <a:latin typeface="微软雅黑" panose="020B0503020204020204" charset="-122"/>
                <a:ea typeface="微软雅黑" panose="020B0503020204020204" charset="-122"/>
                <a:sym typeface="+mn-ea"/>
              </a:rPr>
              <a:t>的，但</a:t>
            </a:r>
            <a:r>
              <a:rPr lang="en-US" altLang="zh-CN" sz="2200" dirty="0">
                <a:solidFill>
                  <a:srgbClr val="008080"/>
                </a:solidFill>
                <a:latin typeface="微软雅黑" panose="020B0503020204020204" charset="-122"/>
                <a:ea typeface="微软雅黑" panose="020B0503020204020204" charset="-122"/>
                <a:sym typeface="+mn-ea"/>
              </a:rPr>
              <a:t>10000=625*2</a:t>
            </a:r>
            <a:r>
              <a:rPr lang="en-US" altLang="zh-CN" sz="2200" baseline="30000" dirty="0">
                <a:solidFill>
                  <a:srgbClr val="008080"/>
                </a:solidFill>
                <a:latin typeface="微软雅黑" panose="020B0503020204020204" charset="-122"/>
                <a:ea typeface="微软雅黑" panose="020B0503020204020204" charset="-122"/>
                <a:sym typeface="+mn-ea"/>
              </a:rPr>
              <a:t>4</a:t>
            </a:r>
            <a:endParaRPr lang="en-US" altLang="zh-CN"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8080"/>
                </a:solidFill>
                <a:latin typeface="微软雅黑" panose="020B0503020204020204" charset="-122"/>
                <a:ea typeface="微软雅黑" panose="020B0503020204020204" charset="-122"/>
                <a:sym typeface="+mn-ea"/>
              </a:rPr>
              <a:t>0</a:t>
            </a:r>
            <a:r>
              <a:rPr lang="zh-CN" altLang="en-US" sz="2200" dirty="0">
                <a:solidFill>
                  <a:srgbClr val="008080"/>
                </a:solidFill>
                <a:latin typeface="微软雅黑" panose="020B0503020204020204" charset="-122"/>
                <a:ea typeface="微软雅黑" panose="020B0503020204020204" charset="-122"/>
                <a:sym typeface="+mn-ea"/>
              </a:rPr>
              <a:t>x68db8ba</a:t>
            </a:r>
            <a:r>
              <a:rPr lang="en-US" altLang="zh-CN" sz="2200" dirty="0">
                <a:solidFill>
                  <a:srgbClr val="008080"/>
                </a:solidFill>
                <a:latin typeface="微软雅黑" panose="020B0503020204020204" charset="-122"/>
                <a:ea typeface="微软雅黑" panose="020B0503020204020204" charset="-122"/>
                <a:sym typeface="+mn-ea"/>
              </a:rPr>
              <a:t>d</a:t>
            </a:r>
            <a:r>
              <a:rPr lang="zh-CN" altLang="en-US" sz="2200" dirty="0">
                <a:solidFill>
                  <a:srgbClr val="008080"/>
                </a:solidFill>
                <a:latin typeface="微软雅黑" panose="020B0503020204020204" charset="-122"/>
                <a:ea typeface="微软雅黑" panose="020B0503020204020204" charset="-122"/>
                <a:sym typeface="+mn-ea"/>
              </a:rPr>
              <a:t>是</a:t>
            </a:r>
            <a:r>
              <a:rPr lang="en-US" altLang="zh-CN" sz="2200" dirty="0">
                <a:solidFill>
                  <a:srgbClr val="008080"/>
                </a:solidFill>
                <a:latin typeface="微软雅黑" panose="020B0503020204020204" charset="-122"/>
                <a:ea typeface="微软雅黑" panose="020B0503020204020204" charset="-122"/>
                <a:sym typeface="+mn-ea"/>
              </a:rPr>
              <a:t>1/625</a:t>
            </a:r>
            <a:r>
              <a:rPr lang="zh-CN" altLang="en-US" sz="2200" dirty="0">
                <a:solidFill>
                  <a:srgbClr val="008080"/>
                </a:solidFill>
                <a:latin typeface="微软雅黑" panose="020B0503020204020204" charset="-122"/>
                <a:ea typeface="微软雅黑" panose="020B0503020204020204" charset="-122"/>
                <a:sym typeface="+mn-ea"/>
              </a:rPr>
              <a:t>左移</a:t>
            </a:r>
            <a:r>
              <a:rPr lang="en-US" altLang="zh-CN" sz="2200" dirty="0">
                <a:solidFill>
                  <a:srgbClr val="008080"/>
                </a:solidFill>
                <a:latin typeface="微软雅黑" panose="020B0503020204020204" charset="-122"/>
                <a:ea typeface="微软雅黑" panose="020B0503020204020204" charset="-122"/>
                <a:sym typeface="+mn-ea"/>
              </a:rPr>
              <a:t>8</a:t>
            </a:r>
            <a:r>
              <a:rPr lang="zh-CN" altLang="en-US" sz="2200" dirty="0">
                <a:solidFill>
                  <a:srgbClr val="008080"/>
                </a:solidFill>
                <a:latin typeface="微软雅黑" panose="020B0503020204020204" charset="-122"/>
                <a:ea typeface="微软雅黑" panose="020B0503020204020204" charset="-122"/>
                <a:sym typeface="+mn-ea"/>
              </a:rPr>
              <a:t>位，再左移</a:t>
            </a:r>
            <a:r>
              <a:rPr lang="en-US" altLang="zh-CN" sz="2200" dirty="0">
                <a:solidFill>
                  <a:srgbClr val="008080"/>
                </a:solidFill>
                <a:latin typeface="微软雅黑" panose="020B0503020204020204" charset="-122"/>
                <a:ea typeface="微软雅黑" panose="020B0503020204020204" charset="-122"/>
                <a:sym typeface="+mn-ea"/>
              </a:rPr>
              <a:t>4</a:t>
            </a:r>
            <a:r>
              <a:rPr lang="zh-CN" altLang="en-US" sz="2200" dirty="0">
                <a:solidFill>
                  <a:srgbClr val="008080"/>
                </a:solidFill>
                <a:latin typeface="微软雅黑" panose="020B0503020204020204" charset="-122"/>
                <a:ea typeface="微软雅黑" panose="020B0503020204020204" charset="-122"/>
                <a:sym typeface="+mn-ea"/>
              </a:rPr>
              <a:t>位恰好就是</a:t>
            </a:r>
            <a:r>
              <a:rPr lang="en-US" altLang="zh-CN" sz="2200" dirty="0">
                <a:solidFill>
                  <a:srgbClr val="008080"/>
                </a:solidFill>
                <a:latin typeface="微软雅黑" panose="020B0503020204020204" charset="-122"/>
                <a:ea typeface="微软雅黑" panose="020B0503020204020204" charset="-122"/>
                <a:sym typeface="+mn-ea"/>
              </a:rPr>
              <a:t>1/10000</a:t>
            </a:r>
            <a:r>
              <a:rPr lang="zh-CN" altLang="en-US" sz="2200" dirty="0">
                <a:solidFill>
                  <a:srgbClr val="008080"/>
                </a:solidFill>
                <a:latin typeface="微软雅黑" panose="020B0503020204020204" charset="-122"/>
                <a:ea typeface="微软雅黑" panose="020B0503020204020204" charset="-122"/>
                <a:sym typeface="+mn-ea"/>
              </a:rPr>
              <a:t>的</a:t>
            </a:r>
            <a:r>
              <a:rPr lang="en-US" altLang="zh-CN" sz="2200" dirty="0">
                <a:solidFill>
                  <a:srgbClr val="008080"/>
                </a:solidFill>
                <a:latin typeface="微软雅黑" panose="020B0503020204020204" charset="-122"/>
                <a:ea typeface="微软雅黑" panose="020B0503020204020204" charset="-122"/>
                <a:sym typeface="+mn-ea"/>
              </a:rPr>
              <a:t>2</a:t>
            </a:r>
            <a:r>
              <a:rPr lang="zh-CN" altLang="en-US" sz="2200" dirty="0">
                <a:solidFill>
                  <a:srgbClr val="008080"/>
                </a:solidFill>
                <a:latin typeface="微软雅黑" panose="020B0503020204020204" charset="-122"/>
                <a:ea typeface="微软雅黑" panose="020B0503020204020204" charset="-122"/>
                <a:sym typeface="+mn-ea"/>
              </a:rPr>
              <a:t>进制值</a:t>
            </a:r>
            <a:endParaRPr lang="zh-CN" altLang="en-US" sz="2200" dirty="0">
              <a:solidFill>
                <a:srgbClr val="008080"/>
              </a:solidFill>
              <a:latin typeface="微软雅黑" panose="020B0503020204020204" charset="-122"/>
              <a:ea typeface="微软雅黑" panose="020B0503020204020204" charset="-122"/>
              <a:sym typeface="+mn-ea"/>
            </a:endParaRPr>
          </a:p>
        </p:txBody>
      </p:sp>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7169" name="Rectangle 3"/>
          <p:cNvSpPr>
            <a:spLocks noGrp="1"/>
          </p:cNvSpPr>
          <p:nvPr/>
        </p:nvSpPr>
        <p:spPr>
          <a:xfrm>
            <a:off x="600075" y="960120"/>
            <a:ext cx="5889625" cy="5359400"/>
          </a:xfrm>
          <a:prstGeom prst="rect">
            <a:avLst/>
          </a:prstGeom>
          <a:noFill/>
          <a:ln w="9525">
            <a:noFill/>
          </a:ln>
        </p:spPr>
        <p:txBody>
          <a:bodyPr wrap="square"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在计算</a:t>
            </a:r>
            <a:r>
              <a:rPr lang="en-US" altLang="zh-CN" sz="2200" dirty="0">
                <a:solidFill>
                  <a:srgbClr val="008080"/>
                </a:solidFill>
                <a:latin typeface="微软雅黑" panose="020B0503020204020204" charset="-122"/>
                <a:ea typeface="微软雅黑" panose="020B0503020204020204" charset="-122"/>
                <a:sym typeface="+mn-ea"/>
              </a:rPr>
              <a:t>0.0016</a:t>
            </a:r>
            <a:r>
              <a:rPr lang="zh-CN" altLang="en-US" sz="2200" dirty="0">
                <a:solidFill>
                  <a:srgbClr val="008080"/>
                </a:solidFill>
                <a:latin typeface="微软雅黑" panose="020B0503020204020204" charset="-122"/>
                <a:ea typeface="微软雅黑" panose="020B0503020204020204" charset="-122"/>
                <a:sym typeface="+mn-ea"/>
              </a:rPr>
              <a:t>小数值时，如果把二进制值左移不是</a:t>
            </a:r>
            <a:r>
              <a:rPr lang="en-US" altLang="zh-CN" sz="2200" dirty="0">
                <a:solidFill>
                  <a:srgbClr val="008080"/>
                </a:solidFill>
                <a:latin typeface="微软雅黑" panose="020B0503020204020204" charset="-122"/>
                <a:ea typeface="微软雅黑" panose="020B0503020204020204" charset="-122"/>
                <a:sym typeface="+mn-ea"/>
              </a:rPr>
              <a:t>8</a:t>
            </a:r>
            <a:r>
              <a:rPr lang="zh-CN" altLang="en-US" sz="2200" dirty="0">
                <a:solidFill>
                  <a:srgbClr val="008080"/>
                </a:solidFill>
                <a:latin typeface="微软雅黑" panose="020B0503020204020204" charset="-122"/>
                <a:ea typeface="微软雅黑" panose="020B0503020204020204" charset="-122"/>
                <a:sym typeface="+mn-ea"/>
              </a:rPr>
              <a:t>位，例如</a:t>
            </a:r>
            <a:r>
              <a:rPr lang="en-US" altLang="zh-CN" sz="2200" dirty="0">
                <a:solidFill>
                  <a:srgbClr val="008080"/>
                </a:solidFill>
                <a:latin typeface="微软雅黑" panose="020B0503020204020204" charset="-122"/>
                <a:ea typeface="微软雅黑" panose="020B0503020204020204" charset="-122"/>
                <a:sym typeface="+mn-ea"/>
              </a:rPr>
              <a:t>7</a:t>
            </a:r>
            <a:r>
              <a:rPr lang="zh-CN" altLang="en-US" sz="2200" dirty="0">
                <a:solidFill>
                  <a:srgbClr val="008080"/>
                </a:solidFill>
                <a:latin typeface="微软雅黑" panose="020B0503020204020204" charset="-122"/>
                <a:ea typeface="微软雅黑" panose="020B0503020204020204" charset="-122"/>
                <a:sym typeface="+mn-ea"/>
              </a:rPr>
              <a:t>位呢（取</a:t>
            </a:r>
            <a:r>
              <a:rPr lang="en-US" altLang="zh-CN" sz="2200" dirty="0">
                <a:solidFill>
                  <a:srgbClr val="008080"/>
                </a:solidFill>
                <a:latin typeface="微软雅黑" panose="020B0503020204020204" charset="-122"/>
                <a:ea typeface="微软雅黑" panose="020B0503020204020204" charset="-122"/>
                <a:sym typeface="+mn-ea"/>
              </a:rPr>
              <a:t>[7:39]</a:t>
            </a:r>
            <a:r>
              <a:rPr lang="zh-CN" altLang="en-US" sz="2200" dirty="0">
                <a:solidFill>
                  <a:srgbClr val="008080"/>
                </a:solidFill>
                <a:latin typeface="微软雅黑" panose="020B0503020204020204" charset="-122"/>
                <a:ea typeface="微软雅黑" panose="020B0503020204020204" charset="-122"/>
                <a:sym typeface="+mn-ea"/>
              </a:rPr>
              <a:t>，则得到的</a:t>
            </a:r>
            <a:r>
              <a:rPr lang="en-US" altLang="zh-CN" sz="2200" dirty="0">
                <a:solidFill>
                  <a:srgbClr val="008080"/>
                </a:solidFill>
                <a:latin typeface="微软雅黑" panose="020B0503020204020204" charset="-122"/>
                <a:ea typeface="微软雅黑" panose="020B0503020204020204" charset="-122"/>
                <a:sym typeface="+mn-ea"/>
              </a:rPr>
              <a:t>16</a:t>
            </a:r>
            <a:r>
              <a:rPr lang="zh-CN" altLang="en-US" sz="2200" dirty="0">
                <a:solidFill>
                  <a:srgbClr val="008080"/>
                </a:solidFill>
                <a:latin typeface="微软雅黑" panose="020B0503020204020204" charset="-122"/>
                <a:ea typeface="微软雅黑" panose="020B0503020204020204" charset="-122"/>
                <a:sym typeface="+mn-ea"/>
              </a:rPr>
              <a:t>进制值为0x346dc5d6</a:t>
            </a:r>
            <a:r>
              <a:rPr lang="en-US" altLang="zh-CN" sz="2200" dirty="0">
                <a:solidFill>
                  <a:srgbClr val="008080"/>
                </a:solidFill>
                <a:latin typeface="微软雅黑" panose="020B0503020204020204" charset="-122"/>
                <a:ea typeface="微软雅黑" panose="020B0503020204020204" charset="-122"/>
                <a:sym typeface="+mn-ea"/>
              </a:rPr>
              <a:t>+1</a:t>
            </a:r>
            <a:r>
              <a:rPr lang="zh-CN" altLang="en-US" sz="2200" dirty="0">
                <a:solidFill>
                  <a:srgbClr val="008080"/>
                </a:solidFill>
                <a:latin typeface="微软雅黑" panose="020B0503020204020204" charset="-122"/>
                <a:ea typeface="微软雅黑" panose="020B0503020204020204" charset="-122"/>
                <a:sym typeface="+mn-ea"/>
              </a:rPr>
              <a:t>，是否能得到同样的结果呢？</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反编译能够得到同样的结果！</a:t>
            </a:r>
            <a:endParaRPr lang="zh-CN" altLang="en-US" sz="2200" dirty="0">
              <a:solidFill>
                <a:srgbClr val="008080"/>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3"/>
          <a:stretch>
            <a:fillRect/>
          </a:stretch>
        </p:blipFill>
        <p:spPr>
          <a:xfrm>
            <a:off x="7141845" y="1014095"/>
            <a:ext cx="2703195" cy="3114040"/>
          </a:xfrm>
          <a:prstGeom prst="rect">
            <a:avLst/>
          </a:prstGeom>
        </p:spPr>
      </p:pic>
      <p:pic>
        <p:nvPicPr>
          <p:cNvPr id="4" name="图片 3"/>
          <p:cNvPicPr>
            <a:picLocks noChangeAspect="1"/>
          </p:cNvPicPr>
          <p:nvPr/>
        </p:nvPicPr>
        <p:blipFill>
          <a:blip r:embed="rId14"/>
          <a:stretch>
            <a:fillRect/>
          </a:stretch>
        </p:blipFill>
        <p:spPr>
          <a:xfrm>
            <a:off x="895985" y="4421505"/>
            <a:ext cx="5593715" cy="1591310"/>
          </a:xfrm>
          <a:prstGeom prst="rect">
            <a:avLst/>
          </a:prstGeom>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7169" name="Rectangle 3"/>
          <p:cNvSpPr>
            <a:spLocks noGrp="1"/>
          </p:cNvSpPr>
          <p:nvPr/>
        </p:nvSpPr>
        <p:spPr>
          <a:xfrm>
            <a:off x="704850" y="988695"/>
            <a:ext cx="10285095" cy="5359400"/>
          </a:xfrm>
          <a:prstGeom prst="rect">
            <a:avLst/>
          </a:prstGeom>
          <a:noFill/>
          <a:ln w="9525">
            <a:noFill/>
          </a:ln>
        </p:spPr>
        <p:txBody>
          <a:bodyPr wrap="square"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zh-CN" altLang="en-US" sz="2200" b="1" dirty="0">
                <a:solidFill>
                  <a:srgbClr val="FF0000"/>
                </a:solidFill>
                <a:latin typeface="微软雅黑" panose="020B0503020204020204" charset="-122"/>
                <a:ea typeface="微软雅黑" panose="020B0503020204020204" charset="-122"/>
                <a:sym typeface="+mn-ea"/>
              </a:rPr>
              <a:t>倒数相乘还可以换一种方法理解</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考虑 a/b = c                      b是常量</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设 b*k = 2^n                    2的n次直接用移位运算即可</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a *2^n/ (b*2 ^n) = c</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a * b *k/b = c* 2^n</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a *k &gt;&gt; n =  c</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所以a *k &gt;&gt; n = a/b //编译器会选择n的长度从而保证后面位数舍弃时，造成的影响最小</a:t>
            </a:r>
            <a:endParaRPr lang="zh-CN" altLang="en-US"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当</a:t>
            </a:r>
            <a:r>
              <a:rPr lang="en-US" altLang="zh-CN" sz="2200" dirty="0">
                <a:solidFill>
                  <a:srgbClr val="008080"/>
                </a:solidFill>
                <a:latin typeface="微软雅黑" panose="020B0503020204020204" charset="-122"/>
                <a:ea typeface="微软雅黑" panose="020B0503020204020204" charset="-122"/>
                <a:sym typeface="+mn-ea"/>
              </a:rPr>
              <a:t>b=625</a:t>
            </a:r>
            <a:r>
              <a:rPr lang="zh-CN" altLang="en-US" sz="2200" dirty="0">
                <a:solidFill>
                  <a:srgbClr val="008080"/>
                </a:solidFill>
                <a:latin typeface="微软雅黑" panose="020B0503020204020204" charset="-122"/>
                <a:ea typeface="微软雅黑" panose="020B0503020204020204" charset="-122"/>
                <a:sym typeface="+mn-ea"/>
              </a:rPr>
              <a:t>时，</a:t>
            </a:r>
            <a:r>
              <a:rPr lang="en-US" altLang="zh-CN" sz="2200" dirty="0">
                <a:solidFill>
                  <a:srgbClr val="008080"/>
                </a:solidFill>
                <a:latin typeface="微软雅黑" panose="020B0503020204020204" charset="-122"/>
                <a:ea typeface="微软雅黑" panose="020B0503020204020204" charset="-122"/>
                <a:sym typeface="+mn-ea"/>
              </a:rPr>
              <a:t>n=40,  k=68DB8BACh + 1 = 68DB8BADh</a:t>
            </a:r>
            <a:endParaRPr lang="en-US" altLang="zh-CN"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对不同的除数</a:t>
            </a:r>
            <a:r>
              <a:rPr lang="en-US" altLang="zh-CN" sz="2200" dirty="0">
                <a:solidFill>
                  <a:srgbClr val="008080"/>
                </a:solidFill>
                <a:latin typeface="微软雅黑" panose="020B0503020204020204" charset="-122"/>
                <a:ea typeface="微软雅黑" panose="020B0503020204020204" charset="-122"/>
                <a:sym typeface="+mn-ea"/>
              </a:rPr>
              <a:t>b</a:t>
            </a:r>
            <a:r>
              <a:rPr lang="zh-CN" altLang="en-US" sz="2200" dirty="0">
                <a:solidFill>
                  <a:srgbClr val="008080"/>
                </a:solidFill>
                <a:latin typeface="微软雅黑" panose="020B0503020204020204" charset="-122"/>
                <a:ea typeface="微软雅黑" panose="020B0503020204020204" charset="-122"/>
                <a:sym typeface="+mn-ea"/>
              </a:rPr>
              <a:t>，选取合适的</a:t>
            </a:r>
            <a:r>
              <a:rPr lang="en-US" altLang="zh-CN" sz="2200" dirty="0">
                <a:solidFill>
                  <a:srgbClr val="008080"/>
                </a:solidFill>
                <a:latin typeface="微软雅黑" panose="020B0503020204020204" charset="-122"/>
                <a:ea typeface="微软雅黑" panose="020B0503020204020204" charset="-122"/>
                <a:sym typeface="+mn-ea"/>
              </a:rPr>
              <a:t>n</a:t>
            </a:r>
            <a:r>
              <a:rPr lang="zh-CN" altLang="en-US" sz="2200" dirty="0">
                <a:solidFill>
                  <a:srgbClr val="008080"/>
                </a:solidFill>
                <a:latin typeface="微软雅黑" panose="020B0503020204020204" charset="-122"/>
                <a:ea typeface="微软雅黑" panose="020B0503020204020204" charset="-122"/>
                <a:sym typeface="+mn-ea"/>
              </a:rPr>
              <a:t>和</a:t>
            </a:r>
            <a:r>
              <a:rPr lang="en-US" altLang="zh-CN" sz="2200" dirty="0">
                <a:solidFill>
                  <a:srgbClr val="008080"/>
                </a:solidFill>
                <a:latin typeface="微软雅黑" panose="020B0503020204020204" charset="-122"/>
                <a:ea typeface="微软雅黑" panose="020B0503020204020204" charset="-122"/>
                <a:sym typeface="+mn-ea"/>
              </a:rPr>
              <a:t>k</a:t>
            </a:r>
            <a:r>
              <a:rPr lang="zh-CN" altLang="en-US" sz="2200" dirty="0">
                <a:solidFill>
                  <a:srgbClr val="008080"/>
                </a:solidFill>
                <a:latin typeface="微软雅黑" panose="020B0503020204020204" charset="-122"/>
                <a:ea typeface="微软雅黑" panose="020B0503020204020204" charset="-122"/>
                <a:sym typeface="+mn-ea"/>
              </a:rPr>
              <a:t>，除法运算就变成了乘法和移位运算。</a:t>
            </a:r>
            <a:endParaRPr lang="en-US" altLang="zh-CN" sz="2200" dirty="0">
              <a:solidFill>
                <a:srgbClr val="00808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endParaRPr lang="zh-CN" altLang="en-US" sz="2200" dirty="0">
              <a:solidFill>
                <a:srgbClr val="008080"/>
              </a:solidFill>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6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6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6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6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6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整数算术运算</a:t>
            </a:r>
            <a:r>
              <a:rPr lang="en-US" altLang="zh-CN" sz="2800">
                <a:solidFill>
                  <a:schemeClr val="tx1"/>
                </a:solidFill>
              </a:rPr>
              <a:t>-</a:t>
            </a:r>
            <a:r>
              <a:rPr lang="zh-CN" altLang="en-US" sz="2800">
                <a:solidFill>
                  <a:srgbClr val="FF0000"/>
                </a:solidFill>
              </a:rPr>
              <a:t>倒数相乘</a:t>
            </a:r>
            <a:endParaRPr lang="zh-CN" altLang="en-US" sz="2800">
              <a:solidFill>
                <a:srgbClr val="FF0000"/>
              </a:solidFill>
            </a:endParaRPr>
          </a:p>
        </p:txBody>
      </p:sp>
      <p:sp>
        <p:nvSpPr>
          <p:cNvPr id="7169" name="Rectangle 3"/>
          <p:cNvSpPr>
            <a:spLocks noGrp="1"/>
          </p:cNvSpPr>
          <p:nvPr/>
        </p:nvSpPr>
        <p:spPr>
          <a:xfrm>
            <a:off x="600075" y="960120"/>
            <a:ext cx="8382000" cy="5359400"/>
          </a:xfrm>
          <a:prstGeom prst="rect">
            <a:avLst/>
          </a:prstGeom>
          <a:noFill/>
          <a:ln w="9525">
            <a:noFill/>
          </a:ln>
        </p:spPr>
        <p:txBody>
          <a:bodyPr wrap="square" anchor="t"/>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latinLnBrk="0" hangingPunct="1">
              <a:lnSpc>
                <a:spcPct val="130000"/>
              </a:lnSpc>
              <a:spcBef>
                <a:spcPts val="0"/>
              </a:spcBef>
            </a:pPr>
            <a:r>
              <a:rPr lang="en-US" altLang="zh-CN" sz="2200" b="1" dirty="0">
                <a:solidFill>
                  <a:srgbClr val="FF0000"/>
                </a:solidFill>
                <a:latin typeface="微软雅黑" panose="020B0503020204020204" charset="-122"/>
                <a:ea typeface="微软雅黑" panose="020B0503020204020204" charset="-122"/>
                <a:sym typeface="+mn-ea"/>
              </a:rPr>
              <a:t>32</a:t>
            </a:r>
            <a:r>
              <a:rPr lang="zh-CN" altLang="en-US" sz="2200" b="1" dirty="0">
                <a:solidFill>
                  <a:srgbClr val="FF0000"/>
                </a:solidFill>
                <a:latin typeface="微软雅黑" panose="020B0503020204020204" charset="-122"/>
                <a:ea typeface="微软雅黑" panose="020B0503020204020204" charset="-122"/>
                <a:sym typeface="+mn-ea"/>
              </a:rPr>
              <a:t>位魔术数的示例</a:t>
            </a:r>
            <a:endParaRPr lang="zh-CN" altLang="en-US" sz="2200" b="1" dirty="0">
              <a:solidFill>
                <a:srgbClr val="FF000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70C0"/>
                </a:solidFill>
                <a:latin typeface="微软雅黑" panose="020B0503020204020204" charset="-122"/>
                <a:ea typeface="微软雅黑" panose="020B0503020204020204" charset="-122"/>
                <a:sym typeface="+mn-ea"/>
              </a:rPr>
              <a:t>d </a:t>
            </a:r>
            <a:r>
              <a:rPr lang="zh-CN" altLang="en-US" sz="2200" dirty="0">
                <a:solidFill>
                  <a:srgbClr val="0070C0"/>
                </a:solidFill>
                <a:latin typeface="微软雅黑" panose="020B0503020204020204" charset="-122"/>
                <a:ea typeface="微软雅黑" panose="020B0503020204020204" charset="-122"/>
                <a:sym typeface="+mn-ea"/>
              </a:rPr>
              <a:t>是除数</a:t>
            </a:r>
            <a:endParaRPr lang="zh-CN" altLang="en-US" sz="2200" dirty="0">
              <a:solidFill>
                <a:srgbClr val="0070C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70C0"/>
                </a:solidFill>
                <a:latin typeface="微软雅黑" panose="020B0503020204020204" charset="-122"/>
                <a:ea typeface="微软雅黑" panose="020B0503020204020204" charset="-122"/>
                <a:sym typeface="+mn-ea"/>
              </a:rPr>
              <a:t>M </a:t>
            </a:r>
            <a:r>
              <a:rPr lang="zh-CN" altLang="en-US" sz="2200" dirty="0">
                <a:solidFill>
                  <a:srgbClr val="0070C0"/>
                </a:solidFill>
                <a:latin typeface="微软雅黑" panose="020B0503020204020204" charset="-122"/>
                <a:ea typeface="微软雅黑" panose="020B0503020204020204" charset="-122"/>
                <a:sym typeface="+mn-ea"/>
              </a:rPr>
              <a:t>是魔术数</a:t>
            </a:r>
            <a:endParaRPr lang="zh-CN" altLang="en-US" sz="2200" dirty="0">
              <a:solidFill>
                <a:srgbClr val="0070C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en-US" altLang="zh-CN" sz="2200" dirty="0">
                <a:solidFill>
                  <a:srgbClr val="0070C0"/>
                </a:solidFill>
                <a:latin typeface="微软雅黑" panose="020B0503020204020204" charset="-122"/>
                <a:ea typeface="微软雅黑" panose="020B0503020204020204" charset="-122"/>
                <a:sym typeface="+mn-ea"/>
              </a:rPr>
              <a:t>s </a:t>
            </a:r>
            <a:r>
              <a:rPr lang="zh-CN" altLang="en-US" sz="2200" dirty="0">
                <a:solidFill>
                  <a:srgbClr val="0070C0"/>
                </a:solidFill>
                <a:latin typeface="微软雅黑" panose="020B0503020204020204" charset="-122"/>
                <a:ea typeface="微软雅黑" panose="020B0503020204020204" charset="-122"/>
                <a:sym typeface="+mn-ea"/>
              </a:rPr>
              <a:t>是右移的位数</a:t>
            </a:r>
            <a:endParaRPr lang="zh-CN" altLang="en-US" sz="2200" dirty="0">
              <a:solidFill>
                <a:srgbClr val="0070C0"/>
              </a:solidFill>
              <a:latin typeface="微软雅黑" panose="020B0503020204020204" charset="-122"/>
              <a:ea typeface="微软雅黑" panose="020B0503020204020204" charset="-122"/>
              <a:sym typeface="+mn-ea"/>
            </a:endParaRPr>
          </a:p>
          <a:p>
            <a:pPr eaLnBrk="1" latinLnBrk="0" hangingPunct="1">
              <a:lnSpc>
                <a:spcPct val="130000"/>
              </a:lnSpc>
              <a:spcBef>
                <a:spcPts val="0"/>
              </a:spcBef>
            </a:pPr>
            <a:r>
              <a:rPr lang="zh-CN" altLang="en-US" sz="2200" dirty="0">
                <a:solidFill>
                  <a:srgbClr val="008080"/>
                </a:solidFill>
                <a:latin typeface="微软雅黑" panose="020B0503020204020204" charset="-122"/>
                <a:ea typeface="微软雅黑" panose="020B0503020204020204" charset="-122"/>
                <a:sym typeface="+mn-ea"/>
              </a:rPr>
              <a:t>a * </a:t>
            </a:r>
            <a:r>
              <a:rPr lang="en-US" altLang="zh-CN" sz="2200" dirty="0">
                <a:solidFill>
                  <a:srgbClr val="008080"/>
                </a:solidFill>
                <a:latin typeface="微软雅黑" panose="020B0503020204020204" charset="-122"/>
                <a:ea typeface="微软雅黑" panose="020B0503020204020204" charset="-122"/>
                <a:sym typeface="+mn-ea"/>
              </a:rPr>
              <a:t>M</a:t>
            </a:r>
            <a:r>
              <a:rPr lang="zh-CN" altLang="en-US" sz="2200" dirty="0">
                <a:solidFill>
                  <a:srgbClr val="008080"/>
                </a:solidFill>
                <a:latin typeface="微软雅黑" panose="020B0503020204020204" charset="-122"/>
                <a:ea typeface="微软雅黑" panose="020B0503020204020204" charset="-122"/>
                <a:sym typeface="+mn-ea"/>
              </a:rPr>
              <a:t> &gt;&gt; </a:t>
            </a:r>
            <a:r>
              <a:rPr lang="en-US" altLang="zh-CN" sz="2200" dirty="0">
                <a:solidFill>
                  <a:srgbClr val="008080"/>
                </a:solidFill>
                <a:latin typeface="微软雅黑" panose="020B0503020204020204" charset="-122"/>
                <a:ea typeface="微软雅黑" panose="020B0503020204020204" charset="-122"/>
                <a:sym typeface="+mn-ea"/>
              </a:rPr>
              <a:t>s</a:t>
            </a:r>
            <a:r>
              <a:rPr lang="zh-CN" altLang="en-US" sz="2200" dirty="0">
                <a:solidFill>
                  <a:srgbClr val="008080"/>
                </a:solidFill>
                <a:latin typeface="微软雅黑" panose="020B0503020204020204" charset="-122"/>
                <a:ea typeface="微软雅黑" panose="020B0503020204020204" charset="-122"/>
                <a:sym typeface="+mn-ea"/>
              </a:rPr>
              <a:t> = a/</a:t>
            </a:r>
            <a:r>
              <a:rPr lang="en-US" altLang="zh-CN" sz="2200" dirty="0">
                <a:solidFill>
                  <a:srgbClr val="008080"/>
                </a:solidFill>
                <a:latin typeface="微软雅黑" panose="020B0503020204020204" charset="-122"/>
                <a:ea typeface="微软雅黑" panose="020B0503020204020204" charset="-122"/>
                <a:sym typeface="+mn-ea"/>
              </a:rPr>
              <a:t>d</a:t>
            </a:r>
            <a:endParaRPr lang="en-US" altLang="zh-CN" sz="2200" dirty="0">
              <a:solidFill>
                <a:srgbClr val="008080"/>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3"/>
          <a:stretch>
            <a:fillRect/>
          </a:stretch>
        </p:blipFill>
        <p:spPr>
          <a:xfrm>
            <a:off x="3963035" y="1383665"/>
            <a:ext cx="4640580" cy="479171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BK_DARK_LIGHT" val="1"/>
  <p:tag name="KSO_WM_SLIDE_BACKGROUND_MASK_FLAG" val="1"/>
  <p:tag name="KSO_WM_UNIT_TYPE" val="y"/>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UNIT_BK_DARK_LIGHT"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9.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2.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40"/>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40"/>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1.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840"/>
  <p:tag name="KSO_WM_TEMPLATE_MASTER_THUMB_INDEX" val="12"/>
  <p:tag name="KSO_WM_TEMPLATE_THUMBS_INDEX" val="1、4、5、7、11、12、14、16、18、19、20"/>
</p:tagLst>
</file>

<file path=ppt/tags/tag172.xml><?xml version="1.0" encoding="utf-8"?>
<p:tagLst xmlns:p="http://schemas.openxmlformats.org/presentationml/2006/main">
  <p:tag name="KSO_WM_UNIT_ISCONTENTSTITLE" val="0"/>
  <p:tag name="KSO_WM_UNIT_PRESET_TEXT" val="科技引领未来"/>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840_1*a*1"/>
  <p:tag name="KSO_WM_TEMPLATE_CATEGORY" val="custom"/>
  <p:tag name="KSO_WM_TEMPLATE_INDEX" val="20202840"/>
  <p:tag name="KSO_WM_UNIT_LAYERLEVEL" val="1"/>
  <p:tag name="KSO_WM_TAG_VERSION" val="1.0"/>
  <p:tag name="KSO_WM_BEAUTIFY_FLAG" val="#wm#"/>
  <p:tag name="KSO_WM_UNIT_ISNUMDGMTITLE" val="0"/>
</p:tagLst>
</file>

<file path=ppt/tags/tag173.xml><?xml version="1.0" encoding="utf-8"?>
<p:tagLst xmlns:p="http://schemas.openxmlformats.org/presentationml/2006/main">
  <p:tag name="KSO_WM_UNIT_ISCONTENTSTITLE" val="0"/>
  <p:tag name="KSO_WM_UNIT_PRESET_TEXT" val="单击此处添加副标题"/>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840_1*b*1"/>
  <p:tag name="KSO_WM_TEMPLATE_CATEGORY" val="custom"/>
  <p:tag name="KSO_WM_TEMPLATE_INDEX" val="20202840"/>
  <p:tag name="KSO_WM_UNIT_LAYERLEVEL" val="1"/>
  <p:tag name="KSO_WM_TAG_VERSION" val="1.0"/>
  <p:tag name="KSO_WM_BEAUTIFY_FLAG" val="#wm#"/>
  <p:tag name="KSO_WM_UNIT_ISNUMDGMTITLE" val="0"/>
</p:tagLst>
</file>

<file path=ppt/tags/tag174.xml><?xml version="1.0" encoding="utf-8"?>
<p:tagLst xmlns:p="http://schemas.openxmlformats.org/presentationml/2006/main">
  <p:tag name="KSO_WM_SLIDE_ID" val="custom20202840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840"/>
  <p:tag name="KSO_WM_SLIDE_LAYOUT" val="a_b"/>
  <p:tag name="KSO_WM_SLIDE_LAYOUT_CNT" val="1_1"/>
  <p:tag name="KSO_WM_TEMPLATE_MASTER_THUMB_INDEX" val="12"/>
  <p:tag name="KSO_WM_TEMPLATE_THUMBS_INDEX" val="1、4、6、7、11、12、14、16、18、19、20、22"/>
  <p:tag name="KSO_WM_SPECIAL_SOURCE" val="bdnull"/>
</p:tagLst>
</file>

<file path=ppt/tags/tag175.xml><?xml version="1.0" encoding="utf-8"?>
<p:tagLst xmlns:p="http://schemas.openxmlformats.org/presentationml/2006/main">
  <p:tag name="KSO_WM_UNIT_ISCONTENTSTITLE" val="0"/>
  <p:tag name="KSO_WM_UNIT_PRESET_TEXT" val="单击此处添加文本具体内容，简明扼要的阐述您的观点。"/>
  <p:tag name="KSO_WM_UNIT_NOCLEAR" val="0"/>
  <p:tag name="KSO_WM_UNIT_VALUE" val="75"/>
  <p:tag name="KSO_WM_UNIT_HIGHLIGHT" val="0"/>
  <p:tag name="KSO_WM_UNIT_COMPATIBLE" val="0"/>
  <p:tag name="KSO_WM_UNIT_DIAGRAM_ISNUMVISUAL" val="0"/>
  <p:tag name="KSO_WM_UNIT_DIAGRAM_ISREFERUNIT" val="0"/>
  <p:tag name="KSO_WM_UNIT_TYPE" val="b"/>
  <p:tag name="KSO_WM_UNIT_INDEX" val="1"/>
  <p:tag name="KSO_WM_UNIT_ID" val="custom20202840_7*b*1"/>
  <p:tag name="KSO_WM_TEMPLATE_CATEGORY" val="custom"/>
  <p:tag name="KSO_WM_TEMPLATE_INDEX" val="20202840"/>
  <p:tag name="KSO_WM_UNIT_LAYERLEVEL" val="1"/>
  <p:tag name="KSO_WM_TAG_VERSION" val="1.0"/>
  <p:tag name="KSO_WM_BEAUTIFY_FLAG" val="#wm#"/>
  <p:tag name="KSO_WM_UNIT_ISNUMDGMTITLE" val="0"/>
</p:tagLst>
</file>

<file path=ppt/tags/tag176.xml><?xml version="1.0" encoding="utf-8"?>
<p:tagLst xmlns:p="http://schemas.openxmlformats.org/presentationml/2006/main">
  <p:tag name="KSO_WM_UNIT_ISCONTENTSTITLE" val="0"/>
  <p:tag name="KSO_WM_UNIT_PRESET_TEXT" val="单击此处添加标题"/>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custom20202840_7*a*1"/>
  <p:tag name="KSO_WM_TEMPLATE_CATEGORY" val="custom"/>
  <p:tag name="KSO_WM_TEMPLATE_INDEX" val="20202840"/>
  <p:tag name="KSO_WM_UNIT_LAYERLEVEL" val="1"/>
  <p:tag name="KSO_WM_TAG_VERSION" val="1.0"/>
  <p:tag name="KSO_WM_BEAUTIFY_FLAG" val="#wm#"/>
  <p:tag name="KSO_WM_UNIT_ISNUMDGMTITLE" val="0"/>
</p:tagLst>
</file>

<file path=ppt/tags/tag177.xml><?xml version="1.0" encoding="utf-8"?>
<p:tagLst xmlns:p="http://schemas.openxmlformats.org/presentationml/2006/main">
  <p:tag name="KSO_WM_UNIT_PRESET_TEXT" val="Part  01"/>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202840_7*e*1"/>
  <p:tag name="KSO_WM_TEMPLATE_CATEGORY" val="custom"/>
  <p:tag name="KSO_WM_TEMPLATE_INDEX" val="20202840"/>
  <p:tag name="KSO_WM_UNIT_LAYERLEVEL" val="1"/>
  <p:tag name="KSO_WM_TAG_VERSION" val="1.0"/>
  <p:tag name="KSO_WM_BEAUTIFY_FLAG" val="#wm#"/>
</p:tagLst>
</file>

<file path=ppt/tags/tag178.xml><?xml version="1.0" encoding="utf-8"?>
<p:tagLst xmlns:p="http://schemas.openxmlformats.org/presentationml/2006/main">
  <p:tag name="KSO_WM_SLIDE_ID" val="custom2020284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2840"/>
  <p:tag name="KSO_WM_SLIDE_LAYOUT" val="a_b_e"/>
  <p:tag name="KSO_WM_SLIDE_LAYOUT_CNT" val="1_1_1"/>
  <p:tag name="KSO_WM_SPECIAL_SOURCE" val="bdnull"/>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9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193.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0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1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3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4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5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7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8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9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1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2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3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4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6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7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8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0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1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2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3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5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6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7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9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0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1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3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532.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4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5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6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7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8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9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0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1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2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627.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4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5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6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7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681.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69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0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2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3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4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5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7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8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7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7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7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79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1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2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3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5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6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7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878.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8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89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8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8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0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1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3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4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5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6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8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9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9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9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9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99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9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9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0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2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3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4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6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7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8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0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0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0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0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0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0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0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0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0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0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0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0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09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1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2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3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5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6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7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19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20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21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22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24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25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256.xml><?xml version="1.0" encoding="utf-8"?>
<p:tagLst xmlns:p="http://schemas.openxmlformats.org/presentationml/2006/main">
  <p:tag name="KSO_DOCER_TEMPLATE_OPEN_ONCE_MARK" val="1"/>
  <p:tag name="KSO_WPP_MARK_KEY" val="c874185a-f0b5-497e-9fc6-15f5488864cd"/>
  <p:tag name="COMMONDATA" val="eyJoZGlkIjoiMzFiNzZiODU1ZjA1MTA3M2M1MmQ2NDkxNDJkNmE1OTAifQ=="/>
</p:tagLst>
</file>

<file path=ppt/theme/theme1.xml><?xml version="1.0" encoding="utf-8"?>
<a:theme xmlns:a="http://schemas.openxmlformats.org/drawingml/2006/main" name="1_Office 主题​​">
  <a:themeElements>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8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8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8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10641</Words>
  <Application>WPS 演示</Application>
  <PresentationFormat>宽屏</PresentationFormat>
  <Paragraphs>439</Paragraphs>
  <Slides>91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91</vt:i4>
      </vt:variant>
    </vt:vector>
  </HeadingPairs>
  <TitlesOfParts>
    <vt:vector size="100" baseType="lpstr">
      <vt:lpstr>Arial</vt:lpstr>
      <vt:lpstr>宋体</vt:lpstr>
      <vt:lpstr>Wingdings</vt:lpstr>
      <vt:lpstr>微软雅黑</vt:lpstr>
      <vt:lpstr>汉仪旗黑-85S</vt:lpstr>
      <vt:lpstr>黑体</vt:lpstr>
      <vt:lpstr>Calibri</vt:lpstr>
      <vt:lpstr>Arial Unicode MS</vt:lpstr>
      <vt:lpstr>1_Office 主题​​</vt:lpstr>
      <vt:lpstr>逆向工程分析技术</vt:lpstr>
      <vt:lpstr>理解程序逻辑和算术运算</vt:lpstr>
      <vt:lpstr>PowerPoint 演示文稿</vt:lpstr>
      <vt:lpstr>数据的存储和访问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数据的存储和访问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STL（Standard Template Library）</vt:lpstr>
      <vt:lpstr>PowerPoint 演示文稿</vt:lpstr>
      <vt:lpstr>PowerPoint 演示文稿</vt:lpstr>
      <vt:lpstr>PowerPoint 演示文稿</vt:lpstr>
      <vt:lpstr>PowerPoint 演示文稿</vt:lpstr>
      <vt:lpstr>基本程序逻辑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算术运算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鲁宏伟</cp:lastModifiedBy>
  <cp:revision>54</cp:revision>
  <dcterms:created xsi:type="dcterms:W3CDTF">2021-11-28T23:33:00Z</dcterms:created>
  <dcterms:modified xsi:type="dcterms:W3CDTF">2024-09-23T07:21:01Z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144202F9E5004204AFD16544CDC3D407</vt:lpwstr>
  </property>
  <property fmtid="{D5CDD505-2E9C-101B-9397-08002B2CF9AE}" pid="3" name="KSOProductBuildVer">
    <vt:lpwstr>2052-12.1.0.18276</vt:lpwstr>
  </property>
</Properties>
</file>